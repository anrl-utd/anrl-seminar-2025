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306" r:id="rId3"/>
    <p:sldId id="307" r:id="rId4"/>
    <p:sldId id="308" r:id="rId5"/>
    <p:sldId id="267" r:id="rId6"/>
    <p:sldId id="637" r:id="rId7"/>
    <p:sldId id="289" r:id="rId8"/>
    <p:sldId id="292" r:id="rId9"/>
    <p:sldId id="268" r:id="rId10"/>
    <p:sldId id="269" r:id="rId11"/>
    <p:sldId id="288" r:id="rId12"/>
    <p:sldId id="647" r:id="rId13"/>
    <p:sldId id="644" r:id="rId14"/>
    <p:sldId id="645" r:id="rId15"/>
    <p:sldId id="646" r:id="rId16"/>
    <p:sldId id="293" r:id="rId17"/>
    <p:sldId id="648" r:id="rId18"/>
    <p:sldId id="649" r:id="rId19"/>
    <p:sldId id="282" r:id="rId20"/>
    <p:sldId id="638" r:id="rId21"/>
    <p:sldId id="650" r:id="rId22"/>
    <p:sldId id="651" r:id="rId23"/>
    <p:sldId id="265" r:id="rId24"/>
    <p:sldId id="639" r:id="rId25"/>
    <p:sldId id="278" r:id="rId26"/>
    <p:sldId id="640" r:id="rId27"/>
    <p:sldId id="641" r:id="rId28"/>
    <p:sldId id="642" r:id="rId29"/>
    <p:sldId id="64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D078C-1729-437C-9AD8-AE6BA12D344C}" v="47" dt="2025-07-24T05:28:46.135"/>
    <p1510:client id="{A501F299-86AD-4242-AB26-BA068D967C2F}" v="34" dt="2025-07-23T23:26:17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zhou" userId="ac58cbe8-21e6-4f9f-99ab-59ef48b78c7d" providerId="ADAL" clId="{754FD7EF-7B28-42BD-82AB-EB49BD0581D7}"/>
    <pc:docChg chg="undo custSel addSld delSld modSld sldOrd">
      <pc:chgData name="Li, Congzhou" userId="ac58cbe8-21e6-4f9f-99ab-59ef48b78c7d" providerId="ADAL" clId="{754FD7EF-7B28-42BD-82AB-EB49BD0581D7}" dt="2025-06-05T06:04:41.356" v="1204" actId="14100"/>
      <pc:docMkLst>
        <pc:docMk/>
      </pc:docMkLst>
      <pc:sldChg chg="delSp modSp mod">
        <pc:chgData name="Li, Congzhou" userId="ac58cbe8-21e6-4f9f-99ab-59ef48b78c7d" providerId="ADAL" clId="{754FD7EF-7B28-42BD-82AB-EB49BD0581D7}" dt="2025-06-05T02:18:30.361" v="1" actId="478"/>
        <pc:sldMkLst>
          <pc:docMk/>
          <pc:sldMk cId="0" sldId="256"/>
        </pc:sldMkLst>
      </pc:sldChg>
      <pc:sldChg chg="modSp mod">
        <pc:chgData name="Li, Congzhou" userId="ac58cbe8-21e6-4f9f-99ab-59ef48b78c7d" providerId="ADAL" clId="{754FD7EF-7B28-42BD-82AB-EB49BD0581D7}" dt="2025-06-05T05:40:58.714" v="797" actId="5793"/>
        <pc:sldMkLst>
          <pc:docMk/>
          <pc:sldMk cId="0" sldId="258"/>
        </pc:sldMkLst>
      </pc:sldChg>
      <pc:sldChg chg="ord">
        <pc:chgData name="Li, Congzhou" userId="ac58cbe8-21e6-4f9f-99ab-59ef48b78c7d" providerId="ADAL" clId="{754FD7EF-7B28-42BD-82AB-EB49BD0581D7}" dt="2025-06-05T05:40:34.856" v="791"/>
        <pc:sldMkLst>
          <pc:docMk/>
          <pc:sldMk cId="0" sldId="259"/>
        </pc:sldMkLst>
      </pc:sldChg>
      <pc:sldChg chg="modSp del mod">
        <pc:chgData name="Li, Congzhou" userId="ac58cbe8-21e6-4f9f-99ab-59ef48b78c7d" providerId="ADAL" clId="{754FD7EF-7B28-42BD-82AB-EB49BD0581D7}" dt="2025-06-05T05:37:35.840" v="728" actId="47"/>
        <pc:sldMkLst>
          <pc:docMk/>
          <pc:sldMk cId="0" sldId="260"/>
        </pc:sldMkLst>
      </pc:sldChg>
      <pc:sldChg chg="modSp del mod">
        <pc:chgData name="Li, Congzhou" userId="ac58cbe8-21e6-4f9f-99ab-59ef48b78c7d" providerId="ADAL" clId="{754FD7EF-7B28-42BD-82AB-EB49BD0581D7}" dt="2025-06-05T05:37:52.145" v="729" actId="47"/>
        <pc:sldMkLst>
          <pc:docMk/>
          <pc:sldMk cId="0" sldId="261"/>
        </pc:sldMkLst>
      </pc:sldChg>
      <pc:sldChg chg="modSp add del mod">
        <pc:chgData name="Li, Congzhou" userId="ac58cbe8-21e6-4f9f-99ab-59ef48b78c7d" providerId="ADAL" clId="{754FD7EF-7B28-42BD-82AB-EB49BD0581D7}" dt="2025-06-05T05:37:57.275" v="730" actId="47"/>
        <pc:sldMkLst>
          <pc:docMk/>
          <pc:sldMk cId="0" sldId="262"/>
        </pc:sldMkLst>
      </pc:sldChg>
      <pc:sldChg chg="modSp mod ord">
        <pc:chgData name="Li, Congzhou" userId="ac58cbe8-21e6-4f9f-99ab-59ef48b78c7d" providerId="ADAL" clId="{754FD7EF-7B28-42BD-82AB-EB49BD0581D7}" dt="2025-06-05T05:40:41.536" v="793"/>
        <pc:sldMkLst>
          <pc:docMk/>
          <pc:sldMk cId="0" sldId="263"/>
        </pc:sldMkLst>
      </pc:sldChg>
      <pc:sldChg chg="modSp mod">
        <pc:chgData name="Li, Congzhou" userId="ac58cbe8-21e6-4f9f-99ab-59ef48b78c7d" providerId="ADAL" clId="{754FD7EF-7B28-42BD-82AB-EB49BD0581D7}" dt="2025-06-05T04:55:28.482" v="99" actId="20577"/>
        <pc:sldMkLst>
          <pc:docMk/>
          <pc:sldMk cId="0" sldId="264"/>
        </pc:sldMkLst>
      </pc:sldChg>
      <pc:sldChg chg="modSp add mod">
        <pc:chgData name="Li, Congzhou" userId="ac58cbe8-21e6-4f9f-99ab-59ef48b78c7d" providerId="ADAL" clId="{754FD7EF-7B28-42BD-82AB-EB49BD0581D7}" dt="2025-06-05T05:54:06.831" v="1172" actId="20577"/>
        <pc:sldMkLst>
          <pc:docMk/>
          <pc:sldMk cId="4120506555" sldId="265"/>
        </pc:sldMkLst>
        <pc:spChg chg="mod">
          <ac:chgData name="Li, Congzhou" userId="ac58cbe8-21e6-4f9f-99ab-59ef48b78c7d" providerId="ADAL" clId="{754FD7EF-7B28-42BD-82AB-EB49BD0581D7}" dt="2025-06-05T05:54:06.831" v="1172" actId="20577"/>
          <ac:spMkLst>
            <pc:docMk/>
            <pc:sldMk cId="4120506555" sldId="265"/>
            <ac:spMk id="2" creationId="{9114AB51-618E-34A8-396E-47C40E6667C9}"/>
          </ac:spMkLst>
        </pc:spChg>
        <pc:spChg chg="mod">
          <ac:chgData name="Li, Congzhou" userId="ac58cbe8-21e6-4f9f-99ab-59ef48b78c7d" providerId="ADAL" clId="{754FD7EF-7B28-42BD-82AB-EB49BD0581D7}" dt="2025-06-05T05:52:35.364" v="1129" actId="20577"/>
          <ac:spMkLst>
            <pc:docMk/>
            <pc:sldMk cId="4120506555" sldId="265"/>
            <ac:spMk id="3" creationId="{1029B642-2720-078E-5BBE-7A7198D848A1}"/>
          </ac:spMkLst>
        </pc:spChg>
      </pc:sldChg>
      <pc:sldChg chg="addSp modSp add mod ord">
        <pc:chgData name="Li, Congzhou" userId="ac58cbe8-21e6-4f9f-99ab-59ef48b78c7d" providerId="ADAL" clId="{754FD7EF-7B28-42BD-82AB-EB49BD0581D7}" dt="2025-06-05T04:51:51.582" v="58" actId="20577"/>
        <pc:sldMkLst>
          <pc:docMk/>
          <pc:sldMk cId="2604026519" sldId="266"/>
        </pc:sldMkLst>
        <pc:spChg chg="mod">
          <ac:chgData name="Li, Congzhou" userId="ac58cbe8-21e6-4f9f-99ab-59ef48b78c7d" providerId="ADAL" clId="{754FD7EF-7B28-42BD-82AB-EB49BD0581D7}" dt="2025-06-05T04:49:44.384" v="30" actId="1076"/>
          <ac:spMkLst>
            <pc:docMk/>
            <pc:sldMk cId="2604026519" sldId="266"/>
            <ac:spMk id="2" creationId="{639CC955-4D90-43FB-1E94-B540C9584276}"/>
          </ac:spMkLst>
        </pc:spChg>
        <pc:spChg chg="add mod">
          <ac:chgData name="Li, Congzhou" userId="ac58cbe8-21e6-4f9f-99ab-59ef48b78c7d" providerId="ADAL" clId="{754FD7EF-7B28-42BD-82AB-EB49BD0581D7}" dt="2025-06-05T04:51:51.582" v="58" actId="20577"/>
          <ac:spMkLst>
            <pc:docMk/>
            <pc:sldMk cId="2604026519" sldId="266"/>
            <ac:spMk id="4" creationId="{CA2BE46A-3991-35FB-C112-A4353A7C0055}"/>
          </ac:spMkLst>
        </pc:spChg>
      </pc:sldChg>
      <pc:sldChg chg="modSp add mod">
        <pc:chgData name="Li, Congzhou" userId="ac58cbe8-21e6-4f9f-99ab-59ef48b78c7d" providerId="ADAL" clId="{754FD7EF-7B28-42BD-82AB-EB49BD0581D7}" dt="2025-06-05T04:59:12.810" v="139" actId="20577"/>
        <pc:sldMkLst>
          <pc:docMk/>
          <pc:sldMk cId="556897062" sldId="267"/>
        </pc:sldMkLst>
      </pc:sldChg>
      <pc:sldChg chg="modSp add mod">
        <pc:chgData name="Li, Congzhou" userId="ac58cbe8-21e6-4f9f-99ab-59ef48b78c7d" providerId="ADAL" clId="{754FD7EF-7B28-42BD-82AB-EB49BD0581D7}" dt="2025-06-05T05:01:10.894" v="177" actId="20577"/>
        <pc:sldMkLst>
          <pc:docMk/>
          <pc:sldMk cId="4119699027" sldId="268"/>
        </pc:sldMkLst>
        <pc:spChg chg="mod">
          <ac:chgData name="Li, Congzhou" userId="ac58cbe8-21e6-4f9f-99ab-59ef48b78c7d" providerId="ADAL" clId="{754FD7EF-7B28-42BD-82AB-EB49BD0581D7}" dt="2025-06-05T05:01:10.894" v="177" actId="20577"/>
          <ac:spMkLst>
            <pc:docMk/>
            <pc:sldMk cId="4119699027" sldId="268"/>
            <ac:spMk id="2" creationId="{45A6AD33-EF2A-4F11-717A-B2EB777B96C8}"/>
          </ac:spMkLst>
        </pc:spChg>
        <pc:spChg chg="mod">
          <ac:chgData name="Li, Congzhou" userId="ac58cbe8-21e6-4f9f-99ab-59ef48b78c7d" providerId="ADAL" clId="{754FD7EF-7B28-42BD-82AB-EB49BD0581D7}" dt="2025-06-05T05:00:32.739" v="168" actId="20577"/>
          <ac:spMkLst>
            <pc:docMk/>
            <pc:sldMk cId="4119699027" sldId="268"/>
            <ac:spMk id="3" creationId="{97DDF921-C0B4-94FA-2427-73BE41733477}"/>
          </ac:spMkLst>
        </pc:spChg>
      </pc:sldChg>
      <pc:sldChg chg="modSp add mod">
        <pc:chgData name="Li, Congzhou" userId="ac58cbe8-21e6-4f9f-99ab-59ef48b78c7d" providerId="ADAL" clId="{754FD7EF-7B28-42BD-82AB-EB49BD0581D7}" dt="2025-06-05T05:04:51.015" v="279" actId="20577"/>
        <pc:sldMkLst>
          <pc:docMk/>
          <pc:sldMk cId="2168170149" sldId="269"/>
        </pc:sldMkLst>
        <pc:spChg chg="mod">
          <ac:chgData name="Li, Congzhou" userId="ac58cbe8-21e6-4f9f-99ab-59ef48b78c7d" providerId="ADAL" clId="{754FD7EF-7B28-42BD-82AB-EB49BD0581D7}" dt="2025-06-05T05:01:26.326" v="190" actId="20577"/>
          <ac:spMkLst>
            <pc:docMk/>
            <pc:sldMk cId="2168170149" sldId="269"/>
            <ac:spMk id="2" creationId="{7038A5EB-D1E4-F0BF-5574-6B8DC7520D17}"/>
          </ac:spMkLst>
        </pc:spChg>
        <pc:spChg chg="mod">
          <ac:chgData name="Li, Congzhou" userId="ac58cbe8-21e6-4f9f-99ab-59ef48b78c7d" providerId="ADAL" clId="{754FD7EF-7B28-42BD-82AB-EB49BD0581D7}" dt="2025-06-05T05:04:51.015" v="279" actId="20577"/>
          <ac:spMkLst>
            <pc:docMk/>
            <pc:sldMk cId="2168170149" sldId="269"/>
            <ac:spMk id="3" creationId="{F61C54BD-C359-181B-E778-75F61A78CFC2}"/>
          </ac:spMkLst>
        </pc:spChg>
      </pc:sldChg>
      <pc:sldChg chg="addSp delSp modSp add mod">
        <pc:chgData name="Li, Congzhou" userId="ac58cbe8-21e6-4f9f-99ab-59ef48b78c7d" providerId="ADAL" clId="{754FD7EF-7B28-42BD-82AB-EB49BD0581D7}" dt="2025-06-05T05:06:46.206" v="331" actId="14100"/>
        <pc:sldMkLst>
          <pc:docMk/>
          <pc:sldMk cId="3041380977" sldId="270"/>
        </pc:sldMkLst>
      </pc:sldChg>
      <pc:sldChg chg="add ord">
        <pc:chgData name="Li, Congzhou" userId="ac58cbe8-21e6-4f9f-99ab-59ef48b78c7d" providerId="ADAL" clId="{754FD7EF-7B28-42BD-82AB-EB49BD0581D7}" dt="2025-06-05T05:07:03.331" v="333"/>
        <pc:sldMkLst>
          <pc:docMk/>
          <pc:sldMk cId="89873127" sldId="271"/>
        </pc:sldMkLst>
      </pc:sldChg>
      <pc:sldChg chg="addSp modSp add mod">
        <pc:chgData name="Li, Congzhou" userId="ac58cbe8-21e6-4f9f-99ab-59ef48b78c7d" providerId="ADAL" clId="{754FD7EF-7B28-42BD-82AB-EB49BD0581D7}" dt="2025-06-05T05:11:04.538" v="433" actId="20577"/>
        <pc:sldMkLst>
          <pc:docMk/>
          <pc:sldMk cId="1123356741" sldId="272"/>
        </pc:sldMkLst>
      </pc:sldChg>
      <pc:sldChg chg="addSp delSp modSp add mod ord">
        <pc:chgData name="Li, Congzhou" userId="ac58cbe8-21e6-4f9f-99ab-59ef48b78c7d" providerId="ADAL" clId="{754FD7EF-7B28-42BD-82AB-EB49BD0581D7}" dt="2025-06-05T05:18:39.863" v="525" actId="123"/>
        <pc:sldMkLst>
          <pc:docMk/>
          <pc:sldMk cId="2405554842" sldId="273"/>
        </pc:sldMkLst>
      </pc:sldChg>
      <pc:sldChg chg="delSp modSp add mod">
        <pc:chgData name="Li, Congzhou" userId="ac58cbe8-21e6-4f9f-99ab-59ef48b78c7d" providerId="ADAL" clId="{754FD7EF-7B28-42BD-82AB-EB49BD0581D7}" dt="2025-06-05T05:23:08.810" v="624" actId="255"/>
        <pc:sldMkLst>
          <pc:docMk/>
          <pc:sldMk cId="3915937042" sldId="274"/>
        </pc:sldMkLst>
      </pc:sldChg>
      <pc:sldChg chg="modSp add mod ord">
        <pc:chgData name="Li, Congzhou" userId="ac58cbe8-21e6-4f9f-99ab-59ef48b78c7d" providerId="ADAL" clId="{754FD7EF-7B28-42BD-82AB-EB49BD0581D7}" dt="2025-06-05T05:45:30.227" v="1029" actId="20577"/>
        <pc:sldMkLst>
          <pc:docMk/>
          <pc:sldMk cId="881767296" sldId="275"/>
        </pc:sldMkLst>
      </pc:sldChg>
      <pc:sldChg chg="addSp modSp add mod">
        <pc:chgData name="Li, Congzhou" userId="ac58cbe8-21e6-4f9f-99ab-59ef48b78c7d" providerId="ADAL" clId="{754FD7EF-7B28-42BD-82AB-EB49BD0581D7}" dt="2025-06-05T05:40:17.081" v="789" actId="1076"/>
        <pc:sldMkLst>
          <pc:docMk/>
          <pc:sldMk cId="1850814982" sldId="276"/>
        </pc:sldMkLst>
      </pc:sldChg>
      <pc:sldChg chg="add">
        <pc:chgData name="Li, Congzhou" userId="ac58cbe8-21e6-4f9f-99ab-59ef48b78c7d" providerId="ADAL" clId="{754FD7EF-7B28-42BD-82AB-EB49BD0581D7}" dt="2025-06-05T05:48:54.581" v="1030"/>
        <pc:sldMkLst>
          <pc:docMk/>
          <pc:sldMk cId="4182556714" sldId="277"/>
        </pc:sldMkLst>
      </pc:sldChg>
      <pc:sldChg chg="addSp modSp add mod">
        <pc:chgData name="Li, Congzhou" userId="ac58cbe8-21e6-4f9f-99ab-59ef48b78c7d" providerId="ADAL" clId="{754FD7EF-7B28-42BD-82AB-EB49BD0581D7}" dt="2025-06-05T06:02:40.357" v="1186" actId="14100"/>
        <pc:sldMkLst>
          <pc:docMk/>
          <pc:sldMk cId="4267721500" sldId="278"/>
        </pc:sldMkLst>
        <pc:spChg chg="mod">
          <ac:chgData name="Li, Congzhou" userId="ac58cbe8-21e6-4f9f-99ab-59ef48b78c7d" providerId="ADAL" clId="{754FD7EF-7B28-42BD-82AB-EB49BD0581D7}" dt="2025-06-05T05:53:55.731" v="1150" actId="20577"/>
          <ac:spMkLst>
            <pc:docMk/>
            <pc:sldMk cId="4267721500" sldId="278"/>
            <ac:spMk id="2" creationId="{2990516D-D4FE-7466-852C-60411CD38B4A}"/>
          </ac:spMkLst>
        </pc:spChg>
        <pc:spChg chg="mod">
          <ac:chgData name="Li, Congzhou" userId="ac58cbe8-21e6-4f9f-99ab-59ef48b78c7d" providerId="ADAL" clId="{754FD7EF-7B28-42BD-82AB-EB49BD0581D7}" dt="2025-06-05T05:55:49.227" v="1183" actId="6549"/>
          <ac:spMkLst>
            <pc:docMk/>
            <pc:sldMk cId="4267721500" sldId="278"/>
            <ac:spMk id="3" creationId="{5C739849-0128-4124-E588-21E2B1541DB5}"/>
          </ac:spMkLst>
        </pc:spChg>
      </pc:sldChg>
      <pc:sldChg chg="addSp delSp modSp add mod">
        <pc:chgData name="Li, Congzhou" userId="ac58cbe8-21e6-4f9f-99ab-59ef48b78c7d" providerId="ADAL" clId="{754FD7EF-7B28-42BD-82AB-EB49BD0581D7}" dt="2025-06-05T06:03:19.986" v="1191" actId="14100"/>
        <pc:sldMkLst>
          <pc:docMk/>
          <pc:sldMk cId="435896222" sldId="279"/>
        </pc:sldMkLst>
      </pc:sldChg>
      <pc:sldChg chg="addSp delSp modSp add mod">
        <pc:chgData name="Li, Congzhou" userId="ac58cbe8-21e6-4f9f-99ab-59ef48b78c7d" providerId="ADAL" clId="{754FD7EF-7B28-42BD-82AB-EB49BD0581D7}" dt="2025-06-05T06:04:13.459" v="1199" actId="14100"/>
        <pc:sldMkLst>
          <pc:docMk/>
          <pc:sldMk cId="353123560" sldId="280"/>
        </pc:sldMkLst>
      </pc:sldChg>
      <pc:sldChg chg="addSp delSp modSp add mod">
        <pc:chgData name="Li, Congzhou" userId="ac58cbe8-21e6-4f9f-99ab-59ef48b78c7d" providerId="ADAL" clId="{754FD7EF-7B28-42BD-82AB-EB49BD0581D7}" dt="2025-06-05T06:04:41.356" v="1204" actId="14100"/>
        <pc:sldMkLst>
          <pc:docMk/>
          <pc:sldMk cId="1318411640" sldId="281"/>
        </pc:sldMkLst>
      </pc:sldChg>
    </pc:docChg>
  </pc:docChgLst>
  <pc:docChgLst>
    <pc:chgData name="Li, Congzhou" userId="ac58cbe8-21e6-4f9f-99ab-59ef48b78c7d" providerId="ADAL" clId="{43CD078C-1729-437C-9AD8-AE6BA12D344C}"/>
    <pc:docChg chg="undo custSel addSld delSld modSld sldOrd">
      <pc:chgData name="Li, Congzhou" userId="ac58cbe8-21e6-4f9f-99ab-59ef48b78c7d" providerId="ADAL" clId="{43CD078C-1729-437C-9AD8-AE6BA12D344C}" dt="2025-07-24T05:46:08.898" v="1853" actId="1076"/>
      <pc:docMkLst>
        <pc:docMk/>
      </pc:docMkLst>
      <pc:sldChg chg="addSp delSp modSp mod">
        <pc:chgData name="Li, Congzhou" userId="ac58cbe8-21e6-4f9f-99ab-59ef48b78c7d" providerId="ADAL" clId="{43CD078C-1729-437C-9AD8-AE6BA12D344C}" dt="2025-07-24T05:46:08.898" v="1853" actId="1076"/>
        <pc:sldMkLst>
          <pc:docMk/>
          <pc:sldMk cId="4120506555" sldId="265"/>
        </pc:sldMkLst>
        <pc:spChg chg="mod">
          <ac:chgData name="Li, Congzhou" userId="ac58cbe8-21e6-4f9f-99ab-59ef48b78c7d" providerId="ADAL" clId="{43CD078C-1729-437C-9AD8-AE6BA12D344C}" dt="2025-07-24T05:45:32.156" v="1817" actId="1076"/>
          <ac:spMkLst>
            <pc:docMk/>
            <pc:sldMk cId="4120506555" sldId="265"/>
            <ac:spMk id="2" creationId="{9114AB51-618E-34A8-396E-47C40E6667C9}"/>
          </ac:spMkLst>
        </pc:spChg>
        <pc:spChg chg="mod">
          <ac:chgData name="Li, Congzhou" userId="ac58cbe8-21e6-4f9f-99ab-59ef48b78c7d" providerId="ADAL" clId="{43CD078C-1729-437C-9AD8-AE6BA12D344C}" dt="2025-07-24T05:46:01.194" v="1851" actId="6549"/>
          <ac:spMkLst>
            <pc:docMk/>
            <pc:sldMk cId="4120506555" sldId="265"/>
            <ac:spMk id="3" creationId="{1029B642-2720-078E-5BBE-7A7198D848A1}"/>
          </ac:spMkLst>
        </pc:spChg>
        <pc:picChg chg="del">
          <ac:chgData name="Li, Congzhou" userId="ac58cbe8-21e6-4f9f-99ab-59ef48b78c7d" providerId="ADAL" clId="{43CD078C-1729-437C-9AD8-AE6BA12D344C}" dt="2025-07-24T05:32:13.491" v="1658" actId="478"/>
          <ac:picMkLst>
            <pc:docMk/>
            <pc:sldMk cId="4120506555" sldId="265"/>
            <ac:picMk id="5" creationId="{70BA3A34-B1BB-2CDD-3CDB-89657441F90C}"/>
          </ac:picMkLst>
        </pc:picChg>
        <pc:picChg chg="add mod">
          <ac:chgData name="Li, Congzhou" userId="ac58cbe8-21e6-4f9f-99ab-59ef48b78c7d" providerId="ADAL" clId="{43CD078C-1729-437C-9AD8-AE6BA12D344C}" dt="2025-07-24T05:46:08.898" v="1853" actId="1076"/>
          <ac:picMkLst>
            <pc:docMk/>
            <pc:sldMk cId="4120506555" sldId="265"/>
            <ac:picMk id="6" creationId="{B96356A9-384F-D0EE-1E66-713697582346}"/>
          </ac:picMkLst>
        </pc:picChg>
      </pc:sldChg>
      <pc:sldChg chg="del">
        <pc:chgData name="Li, Congzhou" userId="ac58cbe8-21e6-4f9f-99ab-59ef48b78c7d" providerId="ADAL" clId="{43CD078C-1729-437C-9AD8-AE6BA12D344C}" dt="2025-07-24T04:43:28.547" v="1016" actId="47"/>
        <pc:sldMkLst>
          <pc:docMk/>
          <pc:sldMk cId="2405554842" sldId="273"/>
        </pc:sldMkLst>
      </pc:sldChg>
      <pc:sldChg chg="addSp delSp modSp mod">
        <pc:chgData name="Li, Congzhou" userId="ac58cbe8-21e6-4f9f-99ab-59ef48b78c7d" providerId="ADAL" clId="{43CD078C-1729-437C-9AD8-AE6BA12D344C}" dt="2025-07-24T03:20:32.714" v="368" actId="1076"/>
        <pc:sldMkLst>
          <pc:docMk/>
          <pc:sldMk cId="4267721500" sldId="278"/>
        </pc:sldMkLst>
        <pc:spChg chg="mod">
          <ac:chgData name="Li, Congzhou" userId="ac58cbe8-21e6-4f9f-99ab-59ef48b78c7d" providerId="ADAL" clId="{43CD078C-1729-437C-9AD8-AE6BA12D344C}" dt="2025-07-24T03:19:42.937" v="359" actId="20577"/>
          <ac:spMkLst>
            <pc:docMk/>
            <pc:sldMk cId="4267721500" sldId="278"/>
            <ac:spMk id="3" creationId="{5C739849-0128-4124-E588-21E2B1541DB5}"/>
          </ac:spMkLst>
        </pc:spChg>
        <pc:picChg chg="add mod">
          <ac:chgData name="Li, Congzhou" userId="ac58cbe8-21e6-4f9f-99ab-59ef48b78c7d" providerId="ADAL" clId="{43CD078C-1729-437C-9AD8-AE6BA12D344C}" dt="2025-07-24T03:20:30.688" v="367" actId="1076"/>
          <ac:picMkLst>
            <pc:docMk/>
            <pc:sldMk cId="4267721500" sldId="278"/>
            <ac:picMk id="5" creationId="{1505113E-328F-84CC-56B2-FE7272377178}"/>
          </ac:picMkLst>
        </pc:picChg>
        <pc:picChg chg="del">
          <ac:chgData name="Li, Congzhou" userId="ac58cbe8-21e6-4f9f-99ab-59ef48b78c7d" providerId="ADAL" clId="{43CD078C-1729-437C-9AD8-AE6BA12D344C}" dt="2025-07-24T03:19:20.368" v="345" actId="478"/>
          <ac:picMkLst>
            <pc:docMk/>
            <pc:sldMk cId="4267721500" sldId="278"/>
            <ac:picMk id="6" creationId="{3750E3BE-5816-DB13-5201-4A9C3DF9FDD7}"/>
          </ac:picMkLst>
        </pc:picChg>
        <pc:picChg chg="add mod">
          <ac:chgData name="Li, Congzhou" userId="ac58cbe8-21e6-4f9f-99ab-59ef48b78c7d" providerId="ADAL" clId="{43CD078C-1729-437C-9AD8-AE6BA12D344C}" dt="2025-07-24T03:20:32.714" v="368" actId="1076"/>
          <ac:picMkLst>
            <pc:docMk/>
            <pc:sldMk cId="4267721500" sldId="278"/>
            <ac:picMk id="8" creationId="{B4182125-2312-B8E9-770B-61391DF59B93}"/>
          </ac:picMkLst>
        </pc:picChg>
      </pc:sldChg>
      <pc:sldChg chg="del">
        <pc:chgData name="Li, Congzhou" userId="ac58cbe8-21e6-4f9f-99ab-59ef48b78c7d" providerId="ADAL" clId="{43CD078C-1729-437C-9AD8-AE6BA12D344C}" dt="2025-07-24T03:25:43.311" v="452" actId="47"/>
        <pc:sldMkLst>
          <pc:docMk/>
          <pc:sldMk cId="435896222" sldId="279"/>
        </pc:sldMkLst>
      </pc:sldChg>
      <pc:sldChg chg="del">
        <pc:chgData name="Li, Congzhou" userId="ac58cbe8-21e6-4f9f-99ab-59ef48b78c7d" providerId="ADAL" clId="{43CD078C-1729-437C-9AD8-AE6BA12D344C}" dt="2025-07-24T03:25:45.191" v="453" actId="47"/>
        <pc:sldMkLst>
          <pc:docMk/>
          <pc:sldMk cId="353123560" sldId="280"/>
        </pc:sldMkLst>
      </pc:sldChg>
      <pc:sldChg chg="del">
        <pc:chgData name="Li, Congzhou" userId="ac58cbe8-21e6-4f9f-99ab-59ef48b78c7d" providerId="ADAL" clId="{43CD078C-1729-437C-9AD8-AE6BA12D344C}" dt="2025-07-24T03:25:46.575" v="454" actId="47"/>
        <pc:sldMkLst>
          <pc:docMk/>
          <pc:sldMk cId="1318411640" sldId="281"/>
        </pc:sldMkLst>
      </pc:sldChg>
      <pc:sldChg chg="addSp modSp add del mod">
        <pc:chgData name="Li, Congzhou" userId="ac58cbe8-21e6-4f9f-99ab-59ef48b78c7d" providerId="ADAL" clId="{43CD078C-1729-437C-9AD8-AE6BA12D344C}" dt="2025-07-24T04:56:48.363" v="1386" actId="14100"/>
        <pc:sldMkLst>
          <pc:docMk/>
          <pc:sldMk cId="3326257643" sldId="282"/>
        </pc:sldMkLst>
        <pc:spChg chg="mod">
          <ac:chgData name="Li, Congzhou" userId="ac58cbe8-21e6-4f9f-99ab-59ef48b78c7d" providerId="ADAL" clId="{43CD078C-1729-437C-9AD8-AE6BA12D344C}" dt="2025-07-24T02:58:37.908" v="320" actId="20577"/>
          <ac:spMkLst>
            <pc:docMk/>
            <pc:sldMk cId="3326257643" sldId="282"/>
            <ac:spMk id="2" creationId="{A9428728-2AC7-21BB-A160-D510A6EE7ADC}"/>
          </ac:spMkLst>
        </pc:spChg>
        <pc:spChg chg="mod">
          <ac:chgData name="Li, Congzhou" userId="ac58cbe8-21e6-4f9f-99ab-59ef48b78c7d" providerId="ADAL" clId="{43CD078C-1729-437C-9AD8-AE6BA12D344C}" dt="2025-07-24T04:56:10.212" v="1381" actId="6549"/>
          <ac:spMkLst>
            <pc:docMk/>
            <pc:sldMk cId="3326257643" sldId="282"/>
            <ac:spMk id="3" creationId="{3A62A270-859C-575E-101E-9DE785A8987D}"/>
          </ac:spMkLst>
        </pc:spChg>
        <pc:picChg chg="add mod">
          <ac:chgData name="Li, Congzhou" userId="ac58cbe8-21e6-4f9f-99ab-59ef48b78c7d" providerId="ADAL" clId="{43CD078C-1729-437C-9AD8-AE6BA12D344C}" dt="2025-07-24T04:52:24.797" v="1289" actId="14100"/>
          <ac:picMkLst>
            <pc:docMk/>
            <pc:sldMk cId="3326257643" sldId="282"/>
            <ac:picMk id="5" creationId="{B5A992B0-A415-D38A-A18D-438B95FA02F8}"/>
          </ac:picMkLst>
        </pc:picChg>
        <pc:picChg chg="add mod">
          <ac:chgData name="Li, Congzhou" userId="ac58cbe8-21e6-4f9f-99ab-59ef48b78c7d" providerId="ADAL" clId="{43CD078C-1729-437C-9AD8-AE6BA12D344C}" dt="2025-07-24T04:53:51.564" v="1333" actId="1076"/>
          <ac:picMkLst>
            <pc:docMk/>
            <pc:sldMk cId="3326257643" sldId="282"/>
            <ac:picMk id="7" creationId="{AB6BBD36-6587-5BEF-5A37-31DA8566598C}"/>
          </ac:picMkLst>
        </pc:picChg>
        <pc:picChg chg="add mod">
          <ac:chgData name="Li, Congzhou" userId="ac58cbe8-21e6-4f9f-99ab-59ef48b78c7d" providerId="ADAL" clId="{43CD078C-1729-437C-9AD8-AE6BA12D344C}" dt="2025-07-24T04:54:18.335" v="1339" actId="1076"/>
          <ac:picMkLst>
            <pc:docMk/>
            <pc:sldMk cId="3326257643" sldId="282"/>
            <ac:picMk id="9" creationId="{ACC53D4C-9556-913E-9899-65210BF98A71}"/>
          </ac:picMkLst>
        </pc:picChg>
        <pc:picChg chg="add mod">
          <ac:chgData name="Li, Congzhou" userId="ac58cbe8-21e6-4f9f-99ab-59ef48b78c7d" providerId="ADAL" clId="{43CD078C-1729-437C-9AD8-AE6BA12D344C}" dt="2025-07-24T04:56:17.267" v="1383" actId="1076"/>
          <ac:picMkLst>
            <pc:docMk/>
            <pc:sldMk cId="3326257643" sldId="282"/>
            <ac:picMk id="11" creationId="{C613AA25-DF29-E71C-DFC6-B00F1E093C02}"/>
          </ac:picMkLst>
        </pc:picChg>
        <pc:picChg chg="add mod">
          <ac:chgData name="Li, Congzhou" userId="ac58cbe8-21e6-4f9f-99ab-59ef48b78c7d" providerId="ADAL" clId="{43CD078C-1729-437C-9AD8-AE6BA12D344C}" dt="2025-07-24T04:56:48.363" v="1386" actId="14100"/>
          <ac:picMkLst>
            <pc:docMk/>
            <pc:sldMk cId="3326257643" sldId="282"/>
            <ac:picMk id="13" creationId="{521FB4B0-D874-AA77-9887-9BA8712FC5DD}"/>
          </ac:picMkLst>
        </pc:picChg>
      </pc:sldChg>
      <pc:sldChg chg="addSp delSp modSp mod ord">
        <pc:chgData name="Li, Congzhou" userId="ac58cbe8-21e6-4f9f-99ab-59ef48b78c7d" providerId="ADAL" clId="{43CD078C-1729-437C-9AD8-AE6BA12D344C}" dt="2025-07-24T04:14:22.504" v="708"/>
        <pc:sldMkLst>
          <pc:docMk/>
          <pc:sldMk cId="2724836679" sldId="288"/>
        </pc:sldMkLst>
        <pc:picChg chg="add mod">
          <ac:chgData name="Li, Congzhou" userId="ac58cbe8-21e6-4f9f-99ab-59ef48b78c7d" providerId="ADAL" clId="{43CD078C-1729-437C-9AD8-AE6BA12D344C}" dt="2025-07-24T04:04:16.576" v="590" actId="14100"/>
          <ac:picMkLst>
            <pc:docMk/>
            <pc:sldMk cId="2724836679" sldId="288"/>
            <ac:picMk id="3" creationId="{60D5BFFE-7A9D-D0F5-B86F-9BFC428FF3F2}"/>
          </ac:picMkLst>
        </pc:picChg>
        <pc:picChg chg="add mod">
          <ac:chgData name="Li, Congzhou" userId="ac58cbe8-21e6-4f9f-99ab-59ef48b78c7d" providerId="ADAL" clId="{43CD078C-1729-437C-9AD8-AE6BA12D344C}" dt="2025-07-24T04:04:05.029" v="588" actId="1076"/>
          <ac:picMkLst>
            <pc:docMk/>
            <pc:sldMk cId="2724836679" sldId="288"/>
            <ac:picMk id="5" creationId="{4ED611EB-5D9D-CAA8-5198-BFD8BCF6A302}"/>
          </ac:picMkLst>
        </pc:picChg>
        <pc:picChg chg="del">
          <ac:chgData name="Li, Congzhou" userId="ac58cbe8-21e6-4f9f-99ab-59ef48b78c7d" providerId="ADAL" clId="{43CD078C-1729-437C-9AD8-AE6BA12D344C}" dt="2025-07-24T04:02:59.074" v="575" actId="478"/>
          <ac:picMkLst>
            <pc:docMk/>
            <pc:sldMk cId="2724836679" sldId="288"/>
            <ac:picMk id="9" creationId="{51EB84FE-52E9-F2D4-E040-1FA063BB05ED}"/>
          </ac:picMkLst>
        </pc:picChg>
      </pc:sldChg>
      <pc:sldChg chg="addSp delSp modSp mod ord">
        <pc:chgData name="Li, Congzhou" userId="ac58cbe8-21e6-4f9f-99ab-59ef48b78c7d" providerId="ADAL" clId="{43CD078C-1729-437C-9AD8-AE6BA12D344C}" dt="2025-07-24T04:19:15.091" v="879" actId="1076"/>
        <pc:sldMkLst>
          <pc:docMk/>
          <pc:sldMk cId="1060434292" sldId="293"/>
        </pc:sldMkLst>
        <pc:spChg chg="mod">
          <ac:chgData name="Li, Congzhou" userId="ac58cbe8-21e6-4f9f-99ab-59ef48b78c7d" providerId="ADAL" clId="{43CD078C-1729-437C-9AD8-AE6BA12D344C}" dt="2025-07-24T04:14:55.688" v="719" actId="20577"/>
          <ac:spMkLst>
            <pc:docMk/>
            <pc:sldMk cId="1060434292" sldId="293"/>
            <ac:spMk id="2" creationId="{C1426718-A141-AA9F-881F-3ACFAB2D7DF8}"/>
          </ac:spMkLst>
        </pc:spChg>
        <pc:spChg chg="mod">
          <ac:chgData name="Li, Congzhou" userId="ac58cbe8-21e6-4f9f-99ab-59ef48b78c7d" providerId="ADAL" clId="{43CD078C-1729-437C-9AD8-AE6BA12D344C}" dt="2025-07-24T04:19:07.986" v="877" actId="1076"/>
          <ac:spMkLst>
            <pc:docMk/>
            <pc:sldMk cId="1060434292" sldId="293"/>
            <ac:spMk id="3" creationId="{0A5880CF-CBB3-E714-2CAB-4681471C2D91}"/>
          </ac:spMkLst>
        </pc:spChg>
        <pc:picChg chg="del">
          <ac:chgData name="Li, Congzhou" userId="ac58cbe8-21e6-4f9f-99ab-59ef48b78c7d" providerId="ADAL" clId="{43CD078C-1729-437C-9AD8-AE6BA12D344C}" dt="2025-07-24T02:36:44.193" v="38" actId="478"/>
          <ac:picMkLst>
            <pc:docMk/>
            <pc:sldMk cId="1060434292" sldId="293"/>
            <ac:picMk id="4" creationId="{C6C43793-50AF-3067-DDDE-BA026854979F}"/>
          </ac:picMkLst>
        </pc:picChg>
        <pc:picChg chg="add del mod">
          <ac:chgData name="Li, Congzhou" userId="ac58cbe8-21e6-4f9f-99ab-59ef48b78c7d" providerId="ADAL" clId="{43CD078C-1729-437C-9AD8-AE6BA12D344C}" dt="2025-07-24T04:15:37.576" v="757" actId="478"/>
          <ac:picMkLst>
            <pc:docMk/>
            <pc:sldMk cId="1060434292" sldId="293"/>
            <ac:picMk id="6" creationId="{72034961-D46B-4FBD-2B35-1E1CFC5BC0C7}"/>
          </ac:picMkLst>
        </pc:picChg>
        <pc:picChg chg="add del mod">
          <ac:chgData name="Li, Congzhou" userId="ac58cbe8-21e6-4f9f-99ab-59ef48b78c7d" providerId="ADAL" clId="{43CD078C-1729-437C-9AD8-AE6BA12D344C}" dt="2025-07-24T04:15:37.931" v="758" actId="478"/>
          <ac:picMkLst>
            <pc:docMk/>
            <pc:sldMk cId="1060434292" sldId="293"/>
            <ac:picMk id="8" creationId="{D5DFEA99-2D5A-EC3A-A320-FB01FDD243F9}"/>
          </ac:picMkLst>
        </pc:picChg>
        <pc:picChg chg="add del mod">
          <ac:chgData name="Li, Congzhou" userId="ac58cbe8-21e6-4f9f-99ab-59ef48b78c7d" providerId="ADAL" clId="{43CD078C-1729-437C-9AD8-AE6BA12D344C}" dt="2025-07-24T04:15:38.951" v="760" actId="478"/>
          <ac:picMkLst>
            <pc:docMk/>
            <pc:sldMk cId="1060434292" sldId="293"/>
            <ac:picMk id="10" creationId="{611E0EAC-F480-57F8-1F62-55A418B17D3E}"/>
          </ac:picMkLst>
        </pc:picChg>
        <pc:picChg chg="add del mod">
          <ac:chgData name="Li, Congzhou" userId="ac58cbe8-21e6-4f9f-99ab-59ef48b78c7d" providerId="ADAL" clId="{43CD078C-1729-437C-9AD8-AE6BA12D344C}" dt="2025-07-24T04:15:36.551" v="756" actId="478"/>
          <ac:picMkLst>
            <pc:docMk/>
            <pc:sldMk cId="1060434292" sldId="293"/>
            <ac:picMk id="12" creationId="{AF21F4F4-FDE3-D43F-C864-CAEEFEA74A1D}"/>
          </ac:picMkLst>
        </pc:picChg>
        <pc:picChg chg="add mod">
          <ac:chgData name="Li, Congzhou" userId="ac58cbe8-21e6-4f9f-99ab-59ef48b78c7d" providerId="ADAL" clId="{43CD078C-1729-437C-9AD8-AE6BA12D344C}" dt="2025-07-24T04:19:15.091" v="879" actId="1076"/>
          <ac:picMkLst>
            <pc:docMk/>
            <pc:sldMk cId="1060434292" sldId="293"/>
            <ac:picMk id="14" creationId="{BD0F780E-7174-08B2-13F5-77EB2849EA73}"/>
          </ac:picMkLst>
        </pc:picChg>
      </pc:sldChg>
      <pc:sldChg chg="del">
        <pc:chgData name="Li, Congzhou" userId="ac58cbe8-21e6-4f9f-99ab-59ef48b78c7d" providerId="ADAL" clId="{43CD078C-1729-437C-9AD8-AE6BA12D344C}" dt="2025-07-24T04:43:26.804" v="1015" actId="47"/>
        <pc:sldMkLst>
          <pc:docMk/>
          <pc:sldMk cId="3458855389" sldId="294"/>
        </pc:sldMkLst>
      </pc:sldChg>
      <pc:sldChg chg="del">
        <pc:chgData name="Li, Congzhou" userId="ac58cbe8-21e6-4f9f-99ab-59ef48b78c7d" providerId="ADAL" clId="{43CD078C-1729-437C-9AD8-AE6BA12D344C}" dt="2025-07-24T04:43:25.478" v="1014" actId="47"/>
        <pc:sldMkLst>
          <pc:docMk/>
          <pc:sldMk cId="132933586" sldId="295"/>
        </pc:sldMkLst>
      </pc:sldChg>
      <pc:sldChg chg="del">
        <pc:chgData name="Li, Congzhou" userId="ac58cbe8-21e6-4f9f-99ab-59ef48b78c7d" providerId="ADAL" clId="{43CD078C-1729-437C-9AD8-AE6BA12D344C}" dt="2025-07-24T04:43:18.707" v="1013" actId="47"/>
        <pc:sldMkLst>
          <pc:docMk/>
          <pc:sldMk cId="2356673550" sldId="296"/>
        </pc:sldMkLst>
      </pc:sldChg>
      <pc:sldChg chg="del">
        <pc:chgData name="Li, Congzhou" userId="ac58cbe8-21e6-4f9f-99ab-59ef48b78c7d" providerId="ADAL" clId="{43CD078C-1729-437C-9AD8-AE6BA12D344C}" dt="2025-07-24T04:43:15.612" v="1012" actId="47"/>
        <pc:sldMkLst>
          <pc:docMk/>
          <pc:sldMk cId="1377093032" sldId="297"/>
        </pc:sldMkLst>
      </pc:sldChg>
      <pc:sldChg chg="del">
        <pc:chgData name="Li, Congzhou" userId="ac58cbe8-21e6-4f9f-99ab-59ef48b78c7d" providerId="ADAL" clId="{43CD078C-1729-437C-9AD8-AE6BA12D344C}" dt="2025-07-24T05:30:02.375" v="1567" actId="47"/>
        <pc:sldMkLst>
          <pc:docMk/>
          <pc:sldMk cId="415520044" sldId="298"/>
        </pc:sldMkLst>
      </pc:sldChg>
      <pc:sldChg chg="del">
        <pc:chgData name="Li, Congzhou" userId="ac58cbe8-21e6-4f9f-99ab-59ef48b78c7d" providerId="ADAL" clId="{43CD078C-1729-437C-9AD8-AE6BA12D344C}" dt="2025-07-24T05:30:06.359" v="1569" actId="47"/>
        <pc:sldMkLst>
          <pc:docMk/>
          <pc:sldMk cId="2737966838" sldId="299"/>
        </pc:sldMkLst>
      </pc:sldChg>
      <pc:sldChg chg="del">
        <pc:chgData name="Li, Congzhou" userId="ac58cbe8-21e6-4f9f-99ab-59ef48b78c7d" providerId="ADAL" clId="{43CD078C-1729-437C-9AD8-AE6BA12D344C}" dt="2025-07-24T05:30:11.781" v="1571" actId="47"/>
        <pc:sldMkLst>
          <pc:docMk/>
          <pc:sldMk cId="2135803646" sldId="300"/>
        </pc:sldMkLst>
      </pc:sldChg>
      <pc:sldChg chg="del">
        <pc:chgData name="Li, Congzhou" userId="ac58cbe8-21e6-4f9f-99ab-59ef48b78c7d" providerId="ADAL" clId="{43CD078C-1729-437C-9AD8-AE6BA12D344C}" dt="2025-07-24T05:30:04.725" v="1568" actId="47"/>
        <pc:sldMkLst>
          <pc:docMk/>
          <pc:sldMk cId="4266812352" sldId="301"/>
        </pc:sldMkLst>
      </pc:sldChg>
      <pc:sldChg chg="del">
        <pc:chgData name="Li, Congzhou" userId="ac58cbe8-21e6-4f9f-99ab-59ef48b78c7d" providerId="ADAL" clId="{43CD078C-1729-437C-9AD8-AE6BA12D344C}" dt="2025-07-24T04:57:36.111" v="1387" actId="47"/>
        <pc:sldMkLst>
          <pc:docMk/>
          <pc:sldMk cId="2464646612" sldId="302"/>
        </pc:sldMkLst>
      </pc:sldChg>
      <pc:sldChg chg="del">
        <pc:chgData name="Li, Congzhou" userId="ac58cbe8-21e6-4f9f-99ab-59ef48b78c7d" providerId="ADAL" clId="{43CD078C-1729-437C-9AD8-AE6BA12D344C}" dt="2025-07-24T04:57:37.409" v="1388" actId="47"/>
        <pc:sldMkLst>
          <pc:docMk/>
          <pc:sldMk cId="3723059796" sldId="303"/>
        </pc:sldMkLst>
      </pc:sldChg>
      <pc:sldChg chg="del">
        <pc:chgData name="Li, Congzhou" userId="ac58cbe8-21e6-4f9f-99ab-59ef48b78c7d" providerId="ADAL" clId="{43CD078C-1729-437C-9AD8-AE6BA12D344C}" dt="2025-07-24T05:30:08.061" v="1570" actId="47"/>
        <pc:sldMkLst>
          <pc:docMk/>
          <pc:sldMk cId="2691212112" sldId="304"/>
        </pc:sldMkLst>
      </pc:sldChg>
      <pc:sldChg chg="del">
        <pc:chgData name="Li, Congzhou" userId="ac58cbe8-21e6-4f9f-99ab-59ef48b78c7d" providerId="ADAL" clId="{43CD078C-1729-437C-9AD8-AE6BA12D344C}" dt="2025-07-24T05:34:43.897" v="1812" actId="47"/>
        <pc:sldMkLst>
          <pc:docMk/>
          <pc:sldMk cId="2788550071" sldId="305"/>
        </pc:sldMkLst>
      </pc:sldChg>
      <pc:sldChg chg="addSp delSp modSp add mod">
        <pc:chgData name="Li, Congzhou" userId="ac58cbe8-21e6-4f9f-99ab-59ef48b78c7d" providerId="ADAL" clId="{43CD078C-1729-437C-9AD8-AE6BA12D344C}" dt="2025-07-24T03:16:16.711" v="333" actId="1076"/>
        <pc:sldMkLst>
          <pc:docMk/>
          <pc:sldMk cId="607580918" sldId="638"/>
        </pc:sldMkLst>
        <pc:spChg chg="mod">
          <ac:chgData name="Li, Congzhou" userId="ac58cbe8-21e6-4f9f-99ab-59ef48b78c7d" providerId="ADAL" clId="{43CD078C-1729-437C-9AD8-AE6BA12D344C}" dt="2025-07-24T03:16:02.186" v="329" actId="1076"/>
          <ac:spMkLst>
            <pc:docMk/>
            <pc:sldMk cId="607580918" sldId="638"/>
            <ac:spMk id="2" creationId="{03DFBD2D-7CE4-E6E2-88E5-FB8E1CB2BAF3}"/>
          </ac:spMkLst>
        </pc:spChg>
        <pc:spChg chg="del">
          <ac:chgData name="Li, Congzhou" userId="ac58cbe8-21e6-4f9f-99ab-59ef48b78c7d" providerId="ADAL" clId="{43CD078C-1729-437C-9AD8-AE6BA12D344C}" dt="2025-07-24T03:15:28.581" v="322" actId="478"/>
          <ac:spMkLst>
            <pc:docMk/>
            <pc:sldMk cId="607580918" sldId="638"/>
            <ac:spMk id="3" creationId="{5C91C531-C890-74EC-FB81-D82FCB8DD635}"/>
          </ac:spMkLst>
        </pc:spChg>
        <pc:spChg chg="add del mod">
          <ac:chgData name="Li, Congzhou" userId="ac58cbe8-21e6-4f9f-99ab-59ef48b78c7d" providerId="ADAL" clId="{43CD078C-1729-437C-9AD8-AE6BA12D344C}" dt="2025-07-24T03:15:31.689" v="323" actId="478"/>
          <ac:spMkLst>
            <pc:docMk/>
            <pc:sldMk cId="607580918" sldId="638"/>
            <ac:spMk id="5" creationId="{6ABD1D21-D50C-308B-5340-5159D6C146DE}"/>
          </ac:spMkLst>
        </pc:spChg>
        <pc:picChg chg="add mod">
          <ac:chgData name="Li, Congzhou" userId="ac58cbe8-21e6-4f9f-99ab-59ef48b78c7d" providerId="ADAL" clId="{43CD078C-1729-437C-9AD8-AE6BA12D344C}" dt="2025-07-24T03:16:16.711" v="333" actId="1076"/>
          <ac:picMkLst>
            <pc:docMk/>
            <pc:sldMk cId="607580918" sldId="638"/>
            <ac:picMk id="7" creationId="{8E4D0AB0-39B1-8B65-DF3B-70C55049E98B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3:18:09.211" v="344" actId="1076"/>
        <pc:sldMkLst>
          <pc:docMk/>
          <pc:sldMk cId="370576360" sldId="639"/>
        </pc:sldMkLst>
        <pc:spChg chg="mod">
          <ac:chgData name="Li, Congzhou" userId="ac58cbe8-21e6-4f9f-99ab-59ef48b78c7d" providerId="ADAL" clId="{43CD078C-1729-437C-9AD8-AE6BA12D344C}" dt="2025-07-24T03:17:58.219" v="340" actId="1076"/>
          <ac:spMkLst>
            <pc:docMk/>
            <pc:sldMk cId="370576360" sldId="639"/>
            <ac:spMk id="2" creationId="{42B06348-65C5-6473-D66A-D0FF115F1E9F}"/>
          </ac:spMkLst>
        </pc:spChg>
        <pc:spChg chg="del mod">
          <ac:chgData name="Li, Congzhou" userId="ac58cbe8-21e6-4f9f-99ab-59ef48b78c7d" providerId="ADAL" clId="{43CD078C-1729-437C-9AD8-AE6BA12D344C}" dt="2025-07-24T03:17:47.580" v="337" actId="22"/>
          <ac:spMkLst>
            <pc:docMk/>
            <pc:sldMk cId="370576360" sldId="639"/>
            <ac:spMk id="3" creationId="{FCB359BD-21D4-9A3D-606A-0BFD27C2FB4A}"/>
          </ac:spMkLst>
        </pc:spChg>
        <pc:picChg chg="del">
          <ac:chgData name="Li, Congzhou" userId="ac58cbe8-21e6-4f9f-99ab-59ef48b78c7d" providerId="ADAL" clId="{43CD078C-1729-437C-9AD8-AE6BA12D344C}" dt="2025-07-24T03:17:19.305" v="335" actId="478"/>
          <ac:picMkLst>
            <pc:docMk/>
            <pc:sldMk cId="370576360" sldId="639"/>
            <ac:picMk id="5" creationId="{00869BDE-4935-D06B-FDE0-92A84513FBD9}"/>
          </ac:picMkLst>
        </pc:picChg>
        <pc:picChg chg="add mod ord">
          <ac:chgData name="Li, Congzhou" userId="ac58cbe8-21e6-4f9f-99ab-59ef48b78c7d" providerId="ADAL" clId="{43CD078C-1729-437C-9AD8-AE6BA12D344C}" dt="2025-07-24T03:18:09.211" v="344" actId="1076"/>
          <ac:picMkLst>
            <pc:docMk/>
            <pc:sldMk cId="370576360" sldId="639"/>
            <ac:picMk id="6" creationId="{68D592AE-9D7C-AB49-0FB2-CBB56366702F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3:22:07.120" v="395" actId="1076"/>
        <pc:sldMkLst>
          <pc:docMk/>
          <pc:sldMk cId="3166585921" sldId="640"/>
        </pc:sldMkLst>
        <pc:spChg chg="mod">
          <ac:chgData name="Li, Congzhou" userId="ac58cbe8-21e6-4f9f-99ab-59ef48b78c7d" providerId="ADAL" clId="{43CD078C-1729-437C-9AD8-AE6BA12D344C}" dt="2025-07-24T03:21:01.648" v="385" actId="20577"/>
          <ac:spMkLst>
            <pc:docMk/>
            <pc:sldMk cId="3166585921" sldId="640"/>
            <ac:spMk id="3" creationId="{2EA43F09-BCB7-6AAA-9177-FBC1C777B530}"/>
          </ac:spMkLst>
        </pc:spChg>
        <pc:picChg chg="del">
          <ac:chgData name="Li, Congzhou" userId="ac58cbe8-21e6-4f9f-99ab-59ef48b78c7d" providerId="ADAL" clId="{43CD078C-1729-437C-9AD8-AE6BA12D344C}" dt="2025-07-24T03:21:04.784" v="386" actId="478"/>
          <ac:picMkLst>
            <pc:docMk/>
            <pc:sldMk cId="3166585921" sldId="640"/>
            <ac:picMk id="5" creationId="{7B32ACB4-E5F3-5FBA-6D48-E35386905528}"/>
          </ac:picMkLst>
        </pc:picChg>
        <pc:picChg chg="add mod">
          <ac:chgData name="Li, Congzhou" userId="ac58cbe8-21e6-4f9f-99ab-59ef48b78c7d" providerId="ADAL" clId="{43CD078C-1729-437C-9AD8-AE6BA12D344C}" dt="2025-07-24T03:22:01.522" v="393" actId="1076"/>
          <ac:picMkLst>
            <pc:docMk/>
            <pc:sldMk cId="3166585921" sldId="640"/>
            <ac:picMk id="6" creationId="{C749452C-E35F-229F-C887-5A629D3D63B3}"/>
          </ac:picMkLst>
        </pc:picChg>
        <pc:picChg chg="del">
          <ac:chgData name="Li, Congzhou" userId="ac58cbe8-21e6-4f9f-99ab-59ef48b78c7d" providerId="ADAL" clId="{43CD078C-1729-437C-9AD8-AE6BA12D344C}" dt="2025-07-24T03:21:05.328" v="387" actId="478"/>
          <ac:picMkLst>
            <pc:docMk/>
            <pc:sldMk cId="3166585921" sldId="640"/>
            <ac:picMk id="8" creationId="{F8FAA08C-4678-6BBB-DB5E-79303A09440F}"/>
          </ac:picMkLst>
        </pc:picChg>
        <pc:picChg chg="add mod">
          <ac:chgData name="Li, Congzhou" userId="ac58cbe8-21e6-4f9f-99ab-59ef48b78c7d" providerId="ADAL" clId="{43CD078C-1729-437C-9AD8-AE6BA12D344C}" dt="2025-07-24T03:22:07.120" v="395" actId="1076"/>
          <ac:picMkLst>
            <pc:docMk/>
            <pc:sldMk cId="3166585921" sldId="640"/>
            <ac:picMk id="9" creationId="{190871E4-CABC-2284-C7BB-745818871C1A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3:23:28.662" v="419" actId="14100"/>
        <pc:sldMkLst>
          <pc:docMk/>
          <pc:sldMk cId="2401590883" sldId="641"/>
        </pc:sldMkLst>
        <pc:spChg chg="mod">
          <ac:chgData name="Li, Congzhou" userId="ac58cbe8-21e6-4f9f-99ab-59ef48b78c7d" providerId="ADAL" clId="{43CD078C-1729-437C-9AD8-AE6BA12D344C}" dt="2025-07-24T03:23:03.120" v="414" actId="20577"/>
          <ac:spMkLst>
            <pc:docMk/>
            <pc:sldMk cId="2401590883" sldId="641"/>
            <ac:spMk id="3" creationId="{EB940549-7A9E-90A7-48AD-D62283F74A72}"/>
          </ac:spMkLst>
        </pc:spChg>
        <pc:picChg chg="add mod">
          <ac:chgData name="Li, Congzhou" userId="ac58cbe8-21e6-4f9f-99ab-59ef48b78c7d" providerId="ADAL" clId="{43CD078C-1729-437C-9AD8-AE6BA12D344C}" dt="2025-07-24T03:23:28.662" v="419" actId="14100"/>
          <ac:picMkLst>
            <pc:docMk/>
            <pc:sldMk cId="2401590883" sldId="641"/>
            <ac:picMk id="5" creationId="{E210CDE4-50A3-3A02-BE85-DCB04BDF9EE6}"/>
          </ac:picMkLst>
        </pc:picChg>
        <pc:picChg chg="del">
          <ac:chgData name="Li, Congzhou" userId="ac58cbe8-21e6-4f9f-99ab-59ef48b78c7d" providerId="ADAL" clId="{43CD078C-1729-437C-9AD8-AE6BA12D344C}" dt="2025-07-24T03:23:06.368" v="415" actId="478"/>
          <ac:picMkLst>
            <pc:docMk/>
            <pc:sldMk cId="2401590883" sldId="641"/>
            <ac:picMk id="6" creationId="{0636A55B-9D46-3E23-5D69-653D7EBA4FCE}"/>
          </ac:picMkLst>
        </pc:picChg>
        <pc:picChg chg="del">
          <ac:chgData name="Li, Congzhou" userId="ac58cbe8-21e6-4f9f-99ab-59ef48b78c7d" providerId="ADAL" clId="{43CD078C-1729-437C-9AD8-AE6BA12D344C}" dt="2025-07-24T03:23:06.975" v="416" actId="478"/>
          <ac:picMkLst>
            <pc:docMk/>
            <pc:sldMk cId="2401590883" sldId="641"/>
            <ac:picMk id="9" creationId="{E7A0C6AE-6D71-ACE3-09AD-C734965147F6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3:24:43.591" v="443" actId="1076"/>
        <pc:sldMkLst>
          <pc:docMk/>
          <pc:sldMk cId="3300003926" sldId="642"/>
        </pc:sldMkLst>
        <pc:spChg chg="mod">
          <ac:chgData name="Li, Congzhou" userId="ac58cbe8-21e6-4f9f-99ab-59ef48b78c7d" providerId="ADAL" clId="{43CD078C-1729-437C-9AD8-AE6BA12D344C}" dt="2025-07-24T03:23:47.873" v="428" actId="20577"/>
          <ac:spMkLst>
            <pc:docMk/>
            <pc:sldMk cId="3300003926" sldId="642"/>
            <ac:spMk id="3" creationId="{DAC792A8-E6FE-C454-1E2C-7A368349B93E}"/>
          </ac:spMkLst>
        </pc:spChg>
        <pc:picChg chg="add mod">
          <ac:chgData name="Li, Congzhou" userId="ac58cbe8-21e6-4f9f-99ab-59ef48b78c7d" providerId="ADAL" clId="{43CD078C-1729-437C-9AD8-AE6BA12D344C}" dt="2025-07-24T03:24:39.286" v="442" actId="14100"/>
          <ac:picMkLst>
            <pc:docMk/>
            <pc:sldMk cId="3300003926" sldId="642"/>
            <ac:picMk id="5" creationId="{4CA013F3-188B-35A6-EAEC-F44897ABCC0B}"/>
          </ac:picMkLst>
        </pc:picChg>
        <pc:picChg chg="del">
          <ac:chgData name="Li, Congzhou" userId="ac58cbe8-21e6-4f9f-99ab-59ef48b78c7d" providerId="ADAL" clId="{43CD078C-1729-437C-9AD8-AE6BA12D344C}" dt="2025-07-24T03:23:51.647" v="429" actId="478"/>
          <ac:picMkLst>
            <pc:docMk/>
            <pc:sldMk cId="3300003926" sldId="642"/>
            <ac:picMk id="6" creationId="{0C065DD0-E590-5C3C-FE3D-3255F2B2CCB5}"/>
          </ac:picMkLst>
        </pc:picChg>
        <pc:picChg chg="add mod">
          <ac:chgData name="Li, Congzhou" userId="ac58cbe8-21e6-4f9f-99ab-59ef48b78c7d" providerId="ADAL" clId="{43CD078C-1729-437C-9AD8-AE6BA12D344C}" dt="2025-07-24T03:24:43.591" v="443" actId="1076"/>
          <ac:picMkLst>
            <pc:docMk/>
            <pc:sldMk cId="3300003926" sldId="642"/>
            <ac:picMk id="8" creationId="{128CCCA7-0054-3B27-4261-729D26D4AEA1}"/>
          </ac:picMkLst>
        </pc:picChg>
        <pc:picChg chg="del">
          <ac:chgData name="Li, Congzhou" userId="ac58cbe8-21e6-4f9f-99ab-59ef48b78c7d" providerId="ADAL" clId="{43CD078C-1729-437C-9AD8-AE6BA12D344C}" dt="2025-07-24T03:23:52.999" v="430" actId="478"/>
          <ac:picMkLst>
            <pc:docMk/>
            <pc:sldMk cId="3300003926" sldId="642"/>
            <ac:picMk id="9" creationId="{EEEAEE69-25D3-D151-0303-A6F96D08F77A}"/>
          </ac:picMkLst>
        </pc:picChg>
      </pc:sldChg>
      <pc:sldChg chg="addSp delSp modSp add mod ord">
        <pc:chgData name="Li, Congzhou" userId="ac58cbe8-21e6-4f9f-99ab-59ef48b78c7d" providerId="ADAL" clId="{43CD078C-1729-437C-9AD8-AE6BA12D344C}" dt="2025-07-24T03:25:36.985" v="451" actId="1076"/>
        <pc:sldMkLst>
          <pc:docMk/>
          <pc:sldMk cId="521329493" sldId="643"/>
        </pc:sldMkLst>
        <pc:picChg chg="del">
          <ac:chgData name="Li, Congzhou" userId="ac58cbe8-21e6-4f9f-99ab-59ef48b78c7d" providerId="ADAL" clId="{43CD078C-1729-437C-9AD8-AE6BA12D344C}" dt="2025-07-24T03:25:15.752" v="447" actId="478"/>
          <ac:picMkLst>
            <pc:docMk/>
            <pc:sldMk cId="521329493" sldId="643"/>
            <ac:picMk id="5" creationId="{66888D9B-43F1-DEDC-89AB-172BE86B3021}"/>
          </ac:picMkLst>
        </pc:picChg>
        <pc:picChg chg="add mod">
          <ac:chgData name="Li, Congzhou" userId="ac58cbe8-21e6-4f9f-99ab-59ef48b78c7d" providerId="ADAL" clId="{43CD078C-1729-437C-9AD8-AE6BA12D344C}" dt="2025-07-24T03:25:36.985" v="451" actId="1076"/>
          <ac:picMkLst>
            <pc:docMk/>
            <pc:sldMk cId="521329493" sldId="643"/>
            <ac:picMk id="6" creationId="{3A1BDAE8-BE52-B707-F21C-8AE758843263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4:04:53.265" v="592" actId="478"/>
        <pc:sldMkLst>
          <pc:docMk/>
          <pc:sldMk cId="1307897696" sldId="644"/>
        </pc:sldMkLst>
        <pc:spChg chg="mod">
          <ac:chgData name="Li, Congzhou" userId="ac58cbe8-21e6-4f9f-99ab-59ef48b78c7d" providerId="ADAL" clId="{43CD078C-1729-437C-9AD8-AE6BA12D344C}" dt="2025-07-24T03:59:51.659" v="563" actId="20577"/>
          <ac:spMkLst>
            <pc:docMk/>
            <pc:sldMk cId="1307897696" sldId="644"/>
            <ac:spMk id="3" creationId="{38AA2794-9431-3A80-5542-EC3743739259}"/>
          </ac:spMkLst>
        </pc:spChg>
        <pc:picChg chg="add mod">
          <ac:chgData name="Li, Congzhou" userId="ac58cbe8-21e6-4f9f-99ab-59ef48b78c7d" providerId="ADAL" clId="{43CD078C-1729-437C-9AD8-AE6BA12D344C}" dt="2025-07-24T03:56:54.880" v="519" actId="1076"/>
          <ac:picMkLst>
            <pc:docMk/>
            <pc:sldMk cId="1307897696" sldId="644"/>
            <ac:picMk id="5" creationId="{94747C46-6C4C-7285-C659-98EEEA927D36}"/>
          </ac:picMkLst>
        </pc:picChg>
        <pc:picChg chg="del">
          <ac:chgData name="Li, Congzhou" userId="ac58cbe8-21e6-4f9f-99ab-59ef48b78c7d" providerId="ADAL" clId="{43CD078C-1729-437C-9AD8-AE6BA12D344C}" dt="2025-07-24T03:56:18.011" v="502" actId="478"/>
          <ac:picMkLst>
            <pc:docMk/>
            <pc:sldMk cId="1307897696" sldId="644"/>
            <ac:picMk id="6" creationId="{018632B2-C1DE-EAFD-6956-FCD6BEC1FFEB}"/>
          </ac:picMkLst>
        </pc:picChg>
        <pc:picChg chg="del">
          <ac:chgData name="Li, Congzhou" userId="ac58cbe8-21e6-4f9f-99ab-59ef48b78c7d" providerId="ADAL" clId="{43CD078C-1729-437C-9AD8-AE6BA12D344C}" dt="2025-07-24T03:56:18.835" v="503" actId="478"/>
          <ac:picMkLst>
            <pc:docMk/>
            <pc:sldMk cId="1307897696" sldId="644"/>
            <ac:picMk id="8" creationId="{C8D05815-8B2F-912D-C6DC-D6C81982DAF5}"/>
          </ac:picMkLst>
        </pc:picChg>
        <pc:picChg chg="add mod">
          <ac:chgData name="Li, Congzhou" userId="ac58cbe8-21e6-4f9f-99ab-59ef48b78c7d" providerId="ADAL" clId="{43CD078C-1729-437C-9AD8-AE6BA12D344C}" dt="2025-07-24T03:57:24.986" v="523" actId="1076"/>
          <ac:picMkLst>
            <pc:docMk/>
            <pc:sldMk cId="1307897696" sldId="644"/>
            <ac:picMk id="9" creationId="{62D082AB-13BD-FDAA-5922-7367DC1F2D95}"/>
          </ac:picMkLst>
        </pc:picChg>
        <pc:picChg chg="del">
          <ac:chgData name="Li, Congzhou" userId="ac58cbe8-21e6-4f9f-99ab-59ef48b78c7d" providerId="ADAL" clId="{43CD078C-1729-437C-9AD8-AE6BA12D344C}" dt="2025-07-24T03:56:19.587" v="504" actId="478"/>
          <ac:picMkLst>
            <pc:docMk/>
            <pc:sldMk cId="1307897696" sldId="644"/>
            <ac:picMk id="10" creationId="{02A3CE10-8D9F-9612-048B-6ED9C90D9C39}"/>
          </ac:picMkLst>
        </pc:picChg>
        <pc:picChg chg="add mod">
          <ac:chgData name="Li, Congzhou" userId="ac58cbe8-21e6-4f9f-99ab-59ef48b78c7d" providerId="ADAL" clId="{43CD078C-1729-437C-9AD8-AE6BA12D344C}" dt="2025-07-24T04:00:12.636" v="566" actId="14100"/>
          <ac:picMkLst>
            <pc:docMk/>
            <pc:sldMk cId="1307897696" sldId="644"/>
            <ac:picMk id="12" creationId="{2FA93826-2CEC-77B1-742B-79BBFE1E3240}"/>
          </ac:picMkLst>
        </pc:picChg>
        <pc:picChg chg="add mod">
          <ac:chgData name="Li, Congzhou" userId="ac58cbe8-21e6-4f9f-99ab-59ef48b78c7d" providerId="ADAL" clId="{43CD078C-1729-437C-9AD8-AE6BA12D344C}" dt="2025-07-24T04:02:06.094" v="574" actId="1076"/>
          <ac:picMkLst>
            <pc:docMk/>
            <pc:sldMk cId="1307897696" sldId="644"/>
            <ac:picMk id="14" creationId="{BD8C078A-11C2-7D3F-FCB6-66A61417F3C9}"/>
          </ac:picMkLst>
        </pc:picChg>
        <pc:picChg chg="add mod">
          <ac:chgData name="Li, Congzhou" userId="ac58cbe8-21e6-4f9f-99ab-59ef48b78c7d" providerId="ADAL" clId="{43CD078C-1729-437C-9AD8-AE6BA12D344C}" dt="2025-07-24T04:02:00.643" v="572" actId="1076"/>
          <ac:picMkLst>
            <pc:docMk/>
            <pc:sldMk cId="1307897696" sldId="644"/>
            <ac:picMk id="16" creationId="{1F66CBC5-69F2-A0ED-2D31-19E126781E6B}"/>
          </ac:picMkLst>
        </pc:picChg>
        <pc:picChg chg="add del">
          <ac:chgData name="Li, Congzhou" userId="ac58cbe8-21e6-4f9f-99ab-59ef48b78c7d" providerId="ADAL" clId="{43CD078C-1729-437C-9AD8-AE6BA12D344C}" dt="2025-07-24T04:04:53.265" v="592" actId="478"/>
          <ac:picMkLst>
            <pc:docMk/>
            <pc:sldMk cId="1307897696" sldId="644"/>
            <ac:picMk id="18" creationId="{E4BC7972-6FAB-3154-19AD-E76BB2B196E2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4:09:01.987" v="646" actId="14100"/>
        <pc:sldMkLst>
          <pc:docMk/>
          <pc:sldMk cId="2304066328" sldId="645"/>
        </pc:sldMkLst>
        <pc:spChg chg="mod">
          <ac:chgData name="Li, Congzhou" userId="ac58cbe8-21e6-4f9f-99ab-59ef48b78c7d" providerId="ADAL" clId="{43CD078C-1729-437C-9AD8-AE6BA12D344C}" dt="2025-07-24T04:07:30.410" v="639" actId="20577"/>
          <ac:spMkLst>
            <pc:docMk/>
            <pc:sldMk cId="2304066328" sldId="645"/>
            <ac:spMk id="3" creationId="{A62000B2-8DD9-A191-3F6C-2187204D988F}"/>
          </ac:spMkLst>
        </pc:spChg>
        <pc:picChg chg="del mod">
          <ac:chgData name="Li, Congzhou" userId="ac58cbe8-21e6-4f9f-99ab-59ef48b78c7d" providerId="ADAL" clId="{43CD078C-1729-437C-9AD8-AE6BA12D344C}" dt="2025-07-24T04:06:29.385" v="603" actId="478"/>
          <ac:picMkLst>
            <pc:docMk/>
            <pc:sldMk cId="2304066328" sldId="645"/>
            <ac:picMk id="5" creationId="{5F09E934-E6B2-7C0A-BC34-2D3A8943EECC}"/>
          </ac:picMkLst>
        </pc:picChg>
        <pc:picChg chg="add mod">
          <ac:chgData name="Li, Congzhou" userId="ac58cbe8-21e6-4f9f-99ab-59ef48b78c7d" providerId="ADAL" clId="{43CD078C-1729-437C-9AD8-AE6BA12D344C}" dt="2025-07-24T04:07:48.684" v="641" actId="1076"/>
          <ac:picMkLst>
            <pc:docMk/>
            <pc:sldMk cId="2304066328" sldId="645"/>
            <ac:picMk id="6" creationId="{F4C975BE-DC16-B44A-19AD-9517CE93DC22}"/>
          </ac:picMkLst>
        </pc:picChg>
        <pc:picChg chg="add mod">
          <ac:chgData name="Li, Congzhou" userId="ac58cbe8-21e6-4f9f-99ab-59ef48b78c7d" providerId="ADAL" clId="{43CD078C-1729-437C-9AD8-AE6BA12D344C}" dt="2025-07-24T04:09:01.987" v="646" actId="14100"/>
          <ac:picMkLst>
            <pc:docMk/>
            <pc:sldMk cId="2304066328" sldId="645"/>
            <ac:picMk id="8" creationId="{B9893607-6D99-0069-B864-2CBE233AC5D2}"/>
          </ac:picMkLst>
        </pc:picChg>
        <pc:picChg chg="del mod">
          <ac:chgData name="Li, Congzhou" userId="ac58cbe8-21e6-4f9f-99ab-59ef48b78c7d" providerId="ADAL" clId="{43CD078C-1729-437C-9AD8-AE6BA12D344C}" dt="2025-07-24T04:06:30.761" v="604" actId="478"/>
          <ac:picMkLst>
            <pc:docMk/>
            <pc:sldMk cId="2304066328" sldId="645"/>
            <ac:picMk id="9" creationId="{8F1EB48A-E433-0B48-1770-627CC2A86086}"/>
          </ac:picMkLst>
        </pc:picChg>
        <pc:picChg chg="del">
          <ac:chgData name="Li, Congzhou" userId="ac58cbe8-21e6-4f9f-99ab-59ef48b78c7d" providerId="ADAL" clId="{43CD078C-1729-437C-9AD8-AE6BA12D344C}" dt="2025-07-24T04:06:01.585" v="596" actId="478"/>
          <ac:picMkLst>
            <pc:docMk/>
            <pc:sldMk cId="2304066328" sldId="645"/>
            <ac:picMk id="12" creationId="{7A8D5CC3-CAD0-2596-1A4F-B85B3CD92071}"/>
          </ac:picMkLst>
        </pc:picChg>
        <pc:picChg chg="del">
          <ac:chgData name="Li, Congzhou" userId="ac58cbe8-21e6-4f9f-99ab-59ef48b78c7d" providerId="ADAL" clId="{43CD078C-1729-437C-9AD8-AE6BA12D344C}" dt="2025-07-24T04:06:02.777" v="598" actId="478"/>
          <ac:picMkLst>
            <pc:docMk/>
            <pc:sldMk cId="2304066328" sldId="645"/>
            <ac:picMk id="14" creationId="{F812594A-E0CA-497E-1099-8F7BC7A8637E}"/>
          </ac:picMkLst>
        </pc:picChg>
        <pc:picChg chg="del">
          <ac:chgData name="Li, Congzhou" userId="ac58cbe8-21e6-4f9f-99ab-59ef48b78c7d" providerId="ADAL" clId="{43CD078C-1729-437C-9AD8-AE6BA12D344C}" dt="2025-07-24T04:06:02.273" v="597" actId="478"/>
          <ac:picMkLst>
            <pc:docMk/>
            <pc:sldMk cId="2304066328" sldId="645"/>
            <ac:picMk id="16" creationId="{A7B7DAEA-C577-4461-2CC4-4808804BD017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4:11:51.518" v="699" actId="14100"/>
        <pc:sldMkLst>
          <pc:docMk/>
          <pc:sldMk cId="1640437713" sldId="646"/>
        </pc:sldMkLst>
        <pc:spChg chg="mod">
          <ac:chgData name="Li, Congzhou" userId="ac58cbe8-21e6-4f9f-99ab-59ef48b78c7d" providerId="ADAL" clId="{43CD078C-1729-437C-9AD8-AE6BA12D344C}" dt="2025-07-24T04:11:20.420" v="694" actId="14100"/>
          <ac:spMkLst>
            <pc:docMk/>
            <pc:sldMk cId="1640437713" sldId="646"/>
            <ac:spMk id="3" creationId="{4FB7EA4D-68A9-3A5D-BC0A-A51879EC6F0C}"/>
          </ac:spMkLst>
        </pc:spChg>
        <pc:picChg chg="add mod">
          <ac:chgData name="Li, Congzhou" userId="ac58cbe8-21e6-4f9f-99ab-59ef48b78c7d" providerId="ADAL" clId="{43CD078C-1729-437C-9AD8-AE6BA12D344C}" dt="2025-07-24T04:11:51.518" v="699" actId="14100"/>
          <ac:picMkLst>
            <pc:docMk/>
            <pc:sldMk cId="1640437713" sldId="646"/>
            <ac:picMk id="5" creationId="{1582A798-B53F-E27C-3B3C-F60EF6D58BE0}"/>
          </ac:picMkLst>
        </pc:picChg>
        <pc:picChg chg="del">
          <ac:chgData name="Li, Congzhou" userId="ac58cbe8-21e6-4f9f-99ab-59ef48b78c7d" providerId="ADAL" clId="{43CD078C-1729-437C-9AD8-AE6BA12D344C}" dt="2025-07-24T04:10:50.616" v="648" actId="478"/>
          <ac:picMkLst>
            <pc:docMk/>
            <pc:sldMk cId="1640437713" sldId="646"/>
            <ac:picMk id="6" creationId="{F1A0A31F-259D-0DB6-0E94-26666A2A65C5}"/>
          </ac:picMkLst>
        </pc:picChg>
        <pc:picChg chg="del">
          <ac:chgData name="Li, Congzhou" userId="ac58cbe8-21e6-4f9f-99ab-59ef48b78c7d" providerId="ADAL" clId="{43CD078C-1729-437C-9AD8-AE6BA12D344C}" dt="2025-07-24T04:10:51.312" v="649" actId="478"/>
          <ac:picMkLst>
            <pc:docMk/>
            <pc:sldMk cId="1640437713" sldId="646"/>
            <ac:picMk id="8" creationId="{CC87189A-2837-E5E8-0331-48817AE5F8FF}"/>
          </ac:picMkLst>
        </pc:picChg>
      </pc:sldChg>
      <pc:sldChg chg="add del">
        <pc:chgData name="Li, Congzhou" userId="ac58cbe8-21e6-4f9f-99ab-59ef48b78c7d" providerId="ADAL" clId="{43CD078C-1729-437C-9AD8-AE6BA12D344C}" dt="2025-07-24T04:05:50.052" v="595"/>
        <pc:sldMkLst>
          <pc:docMk/>
          <pc:sldMk cId="2678769298" sldId="646"/>
        </pc:sldMkLst>
      </pc:sldChg>
      <pc:sldChg chg="add">
        <pc:chgData name="Li, Congzhou" userId="ac58cbe8-21e6-4f9f-99ab-59ef48b78c7d" providerId="ADAL" clId="{43CD078C-1729-437C-9AD8-AE6BA12D344C}" dt="2025-07-24T04:13:52.317" v="700"/>
        <pc:sldMkLst>
          <pc:docMk/>
          <pc:sldMk cId="2447030714" sldId="647"/>
        </pc:sldMkLst>
      </pc:sldChg>
      <pc:sldChg chg="addSp delSp modSp add mod">
        <pc:chgData name="Li, Congzhou" userId="ac58cbe8-21e6-4f9f-99ab-59ef48b78c7d" providerId="ADAL" clId="{43CD078C-1729-437C-9AD8-AE6BA12D344C}" dt="2025-07-24T04:41:41.056" v="985" actId="14100"/>
        <pc:sldMkLst>
          <pc:docMk/>
          <pc:sldMk cId="3245219423" sldId="648"/>
        </pc:sldMkLst>
        <pc:spChg chg="mod">
          <ac:chgData name="Li, Congzhou" userId="ac58cbe8-21e6-4f9f-99ab-59ef48b78c7d" providerId="ADAL" clId="{43CD078C-1729-437C-9AD8-AE6BA12D344C}" dt="2025-07-24T04:41:34.606" v="984" actId="20577"/>
          <ac:spMkLst>
            <pc:docMk/>
            <pc:sldMk cId="3245219423" sldId="648"/>
            <ac:spMk id="3" creationId="{F99EF525-7156-D1ED-783D-B5BB1477940F}"/>
          </ac:spMkLst>
        </pc:spChg>
        <pc:picChg chg="add mod">
          <ac:chgData name="Li, Congzhou" userId="ac58cbe8-21e6-4f9f-99ab-59ef48b78c7d" providerId="ADAL" clId="{43CD078C-1729-437C-9AD8-AE6BA12D344C}" dt="2025-07-24T04:28:11.058" v="897" actId="1076"/>
          <ac:picMkLst>
            <pc:docMk/>
            <pc:sldMk cId="3245219423" sldId="648"/>
            <ac:picMk id="5" creationId="{6E08A864-6E6E-E6FC-2DC1-AF5A03D8E26D}"/>
          </ac:picMkLst>
        </pc:picChg>
        <pc:picChg chg="add mod">
          <ac:chgData name="Li, Congzhou" userId="ac58cbe8-21e6-4f9f-99ab-59ef48b78c7d" providerId="ADAL" clId="{43CD078C-1729-437C-9AD8-AE6BA12D344C}" dt="2025-07-24T04:28:40.439" v="901" actId="1076"/>
          <ac:picMkLst>
            <pc:docMk/>
            <pc:sldMk cId="3245219423" sldId="648"/>
            <ac:picMk id="7" creationId="{0C36155A-4CCA-26E9-DFB1-A6C80B331C19}"/>
          </ac:picMkLst>
        </pc:picChg>
        <pc:picChg chg="add mod">
          <ac:chgData name="Li, Congzhou" userId="ac58cbe8-21e6-4f9f-99ab-59ef48b78c7d" providerId="ADAL" clId="{43CD078C-1729-437C-9AD8-AE6BA12D344C}" dt="2025-07-24T04:40:25.239" v="962" actId="1076"/>
          <ac:picMkLst>
            <pc:docMk/>
            <pc:sldMk cId="3245219423" sldId="648"/>
            <ac:picMk id="9" creationId="{2725D2A1-B11D-4BA7-F265-0C73BD79A5F8}"/>
          </ac:picMkLst>
        </pc:picChg>
        <pc:picChg chg="add mod">
          <ac:chgData name="Li, Congzhou" userId="ac58cbe8-21e6-4f9f-99ab-59ef48b78c7d" providerId="ADAL" clId="{43CD078C-1729-437C-9AD8-AE6BA12D344C}" dt="2025-07-24T04:41:41.056" v="985" actId="14100"/>
          <ac:picMkLst>
            <pc:docMk/>
            <pc:sldMk cId="3245219423" sldId="648"/>
            <ac:picMk id="11" creationId="{C443DEEC-F61A-8857-EC37-BD47D8196643}"/>
          </ac:picMkLst>
        </pc:picChg>
        <pc:picChg chg="del">
          <ac:chgData name="Li, Congzhou" userId="ac58cbe8-21e6-4f9f-99ab-59ef48b78c7d" providerId="ADAL" clId="{43CD078C-1729-437C-9AD8-AE6BA12D344C}" dt="2025-07-24T04:27:43.869" v="893" actId="478"/>
          <ac:picMkLst>
            <pc:docMk/>
            <pc:sldMk cId="3245219423" sldId="648"/>
            <ac:picMk id="14" creationId="{F9D94AE7-5153-66B9-838D-A33E9EF7DC5B}"/>
          </ac:picMkLst>
        </pc:picChg>
      </pc:sldChg>
      <pc:sldChg chg="addSp delSp modSp add mod">
        <pc:chgData name="Li, Congzhou" userId="ac58cbe8-21e6-4f9f-99ab-59ef48b78c7d" providerId="ADAL" clId="{43CD078C-1729-437C-9AD8-AE6BA12D344C}" dt="2025-07-24T04:42:36.630" v="1011" actId="1076"/>
        <pc:sldMkLst>
          <pc:docMk/>
          <pc:sldMk cId="2006962916" sldId="649"/>
        </pc:sldMkLst>
        <pc:spChg chg="mod">
          <ac:chgData name="Li, Congzhou" userId="ac58cbe8-21e6-4f9f-99ab-59ef48b78c7d" providerId="ADAL" clId="{43CD078C-1729-437C-9AD8-AE6BA12D344C}" dt="2025-07-24T04:42:00.020" v="1005" actId="20577"/>
          <ac:spMkLst>
            <pc:docMk/>
            <pc:sldMk cId="2006962916" sldId="649"/>
            <ac:spMk id="2" creationId="{58E04D5C-CBC3-E5BB-DAB3-55805F9B465C}"/>
          </ac:spMkLst>
        </pc:spChg>
        <pc:spChg chg="mod">
          <ac:chgData name="Li, Congzhou" userId="ac58cbe8-21e6-4f9f-99ab-59ef48b78c7d" providerId="ADAL" clId="{43CD078C-1729-437C-9AD8-AE6BA12D344C}" dt="2025-07-24T04:41:52.774" v="986" actId="6549"/>
          <ac:spMkLst>
            <pc:docMk/>
            <pc:sldMk cId="2006962916" sldId="649"/>
            <ac:spMk id="3" creationId="{48673CC2-0937-B9B3-3AC9-EA2C569C45F1}"/>
          </ac:spMkLst>
        </pc:spChg>
        <pc:picChg chg="del">
          <ac:chgData name="Li, Congzhou" userId="ac58cbe8-21e6-4f9f-99ab-59ef48b78c7d" providerId="ADAL" clId="{43CD078C-1729-437C-9AD8-AE6BA12D344C}" dt="2025-07-24T04:41:19.852" v="971" actId="478"/>
          <ac:picMkLst>
            <pc:docMk/>
            <pc:sldMk cId="2006962916" sldId="649"/>
            <ac:picMk id="5" creationId="{B182666B-AFF9-003D-604B-A6D9D584DF6A}"/>
          </ac:picMkLst>
        </pc:picChg>
        <pc:picChg chg="add mod">
          <ac:chgData name="Li, Congzhou" userId="ac58cbe8-21e6-4f9f-99ab-59ef48b78c7d" providerId="ADAL" clId="{43CD078C-1729-437C-9AD8-AE6BA12D344C}" dt="2025-07-24T04:42:36.630" v="1011" actId="1076"/>
          <ac:picMkLst>
            <pc:docMk/>
            <pc:sldMk cId="2006962916" sldId="649"/>
            <ac:picMk id="6" creationId="{032AD97B-8B1F-68C9-6107-1C52B0DCAF6A}"/>
          </ac:picMkLst>
        </pc:picChg>
        <pc:picChg chg="del">
          <ac:chgData name="Li, Congzhou" userId="ac58cbe8-21e6-4f9f-99ab-59ef48b78c7d" providerId="ADAL" clId="{43CD078C-1729-437C-9AD8-AE6BA12D344C}" dt="2025-07-24T04:41:19.419" v="970" actId="478"/>
          <ac:picMkLst>
            <pc:docMk/>
            <pc:sldMk cId="2006962916" sldId="649"/>
            <ac:picMk id="7" creationId="{F04FC524-767D-F997-DEBA-D4861209752E}"/>
          </ac:picMkLst>
        </pc:picChg>
        <pc:picChg chg="del">
          <ac:chgData name="Li, Congzhou" userId="ac58cbe8-21e6-4f9f-99ab-59ef48b78c7d" providerId="ADAL" clId="{43CD078C-1729-437C-9AD8-AE6BA12D344C}" dt="2025-07-24T04:41:13.043" v="968" actId="478"/>
          <ac:picMkLst>
            <pc:docMk/>
            <pc:sldMk cId="2006962916" sldId="649"/>
            <ac:picMk id="9" creationId="{91FC858A-3BEF-DED0-F2CA-A59A5843034C}"/>
          </ac:picMkLst>
        </pc:picChg>
        <pc:picChg chg="del">
          <ac:chgData name="Li, Congzhou" userId="ac58cbe8-21e6-4f9f-99ab-59ef48b78c7d" providerId="ADAL" clId="{43CD078C-1729-437C-9AD8-AE6BA12D344C}" dt="2025-07-24T04:41:12.380" v="967" actId="478"/>
          <ac:picMkLst>
            <pc:docMk/>
            <pc:sldMk cId="2006962916" sldId="649"/>
            <ac:picMk id="11" creationId="{9FCB803B-E6A6-1835-A4DF-B2AA89E30797}"/>
          </ac:picMkLst>
        </pc:picChg>
      </pc:sldChg>
      <pc:sldChg chg="delSp modSp add mod ord">
        <pc:chgData name="Li, Congzhou" userId="ac58cbe8-21e6-4f9f-99ab-59ef48b78c7d" providerId="ADAL" clId="{43CD078C-1729-437C-9AD8-AE6BA12D344C}" dt="2025-07-24T05:29:26.317" v="1566" actId="6549"/>
        <pc:sldMkLst>
          <pc:docMk/>
          <pc:sldMk cId="3843949938" sldId="650"/>
        </pc:sldMkLst>
        <pc:spChg chg="mod">
          <ac:chgData name="Li, Congzhou" userId="ac58cbe8-21e6-4f9f-99ab-59ef48b78c7d" providerId="ADAL" clId="{43CD078C-1729-437C-9AD8-AE6BA12D344C}" dt="2025-07-24T05:29:26.317" v="1566" actId="6549"/>
          <ac:spMkLst>
            <pc:docMk/>
            <pc:sldMk cId="3843949938" sldId="650"/>
            <ac:spMk id="3" creationId="{C4B89FD0-C1E0-5510-BAB3-C58F1E24AE96}"/>
          </ac:spMkLst>
        </pc:spChg>
        <pc:picChg chg="del">
          <ac:chgData name="Li, Congzhou" userId="ac58cbe8-21e6-4f9f-99ab-59ef48b78c7d" providerId="ADAL" clId="{43CD078C-1729-437C-9AD8-AE6BA12D344C}" dt="2025-07-24T05:09:03.375" v="1447" actId="478"/>
          <ac:picMkLst>
            <pc:docMk/>
            <pc:sldMk cId="3843949938" sldId="650"/>
            <ac:picMk id="5" creationId="{D5E62F56-9C37-5674-11B2-93C25F4ECCA0}"/>
          </ac:picMkLst>
        </pc:picChg>
        <pc:picChg chg="del">
          <ac:chgData name="Li, Congzhou" userId="ac58cbe8-21e6-4f9f-99ab-59ef48b78c7d" providerId="ADAL" clId="{43CD078C-1729-437C-9AD8-AE6BA12D344C}" dt="2025-07-24T05:09:02.800" v="1446" actId="478"/>
          <ac:picMkLst>
            <pc:docMk/>
            <pc:sldMk cId="3843949938" sldId="650"/>
            <ac:picMk id="7" creationId="{88ED7D2F-4D2F-ADE9-11A9-082D341A05E1}"/>
          </ac:picMkLst>
        </pc:picChg>
        <pc:picChg chg="del">
          <ac:chgData name="Li, Congzhou" userId="ac58cbe8-21e6-4f9f-99ab-59ef48b78c7d" providerId="ADAL" clId="{43CD078C-1729-437C-9AD8-AE6BA12D344C}" dt="2025-07-24T05:09:02.247" v="1445" actId="478"/>
          <ac:picMkLst>
            <pc:docMk/>
            <pc:sldMk cId="3843949938" sldId="650"/>
            <ac:picMk id="9" creationId="{290C7AE4-12C2-1C98-666B-9D91B2AB83B6}"/>
          </ac:picMkLst>
        </pc:picChg>
        <pc:picChg chg="del">
          <ac:chgData name="Li, Congzhou" userId="ac58cbe8-21e6-4f9f-99ab-59ef48b78c7d" providerId="ADAL" clId="{43CD078C-1729-437C-9AD8-AE6BA12D344C}" dt="2025-07-24T05:09:01.703" v="1444" actId="478"/>
          <ac:picMkLst>
            <pc:docMk/>
            <pc:sldMk cId="3843949938" sldId="650"/>
            <ac:picMk id="11" creationId="{B65359AC-7B89-C930-3FE7-DCAD8DEFEB7C}"/>
          </ac:picMkLst>
        </pc:picChg>
        <pc:picChg chg="del">
          <ac:chgData name="Li, Congzhou" userId="ac58cbe8-21e6-4f9f-99ab-59ef48b78c7d" providerId="ADAL" clId="{43CD078C-1729-437C-9AD8-AE6BA12D344C}" dt="2025-07-24T05:09:01.312" v="1443" actId="478"/>
          <ac:picMkLst>
            <pc:docMk/>
            <pc:sldMk cId="3843949938" sldId="650"/>
            <ac:picMk id="13" creationId="{68AE08EB-EC1B-1907-91D3-1547FAF2592A}"/>
          </ac:picMkLst>
        </pc:picChg>
      </pc:sldChg>
      <pc:sldChg chg="addSp modSp add mod">
        <pc:chgData name="Li, Congzhou" userId="ac58cbe8-21e6-4f9f-99ab-59ef48b78c7d" providerId="ADAL" clId="{43CD078C-1729-437C-9AD8-AE6BA12D344C}" dt="2025-07-24T05:18:22.219" v="1484" actId="1076"/>
        <pc:sldMkLst>
          <pc:docMk/>
          <pc:sldMk cId="1073135990" sldId="651"/>
        </pc:sldMkLst>
        <pc:spChg chg="mod">
          <ac:chgData name="Li, Congzhou" userId="ac58cbe8-21e6-4f9f-99ab-59ef48b78c7d" providerId="ADAL" clId="{43CD078C-1729-437C-9AD8-AE6BA12D344C}" dt="2025-07-24T05:17:31.446" v="1480" actId="6549"/>
          <ac:spMkLst>
            <pc:docMk/>
            <pc:sldMk cId="1073135990" sldId="651"/>
            <ac:spMk id="3" creationId="{FAB86EBB-6025-6C79-3AF6-3CA2D91C3F6D}"/>
          </ac:spMkLst>
        </pc:spChg>
        <pc:picChg chg="add mod">
          <ac:chgData name="Li, Congzhou" userId="ac58cbe8-21e6-4f9f-99ab-59ef48b78c7d" providerId="ADAL" clId="{43CD078C-1729-437C-9AD8-AE6BA12D344C}" dt="2025-07-24T05:18:00.734" v="1482" actId="1076"/>
          <ac:picMkLst>
            <pc:docMk/>
            <pc:sldMk cId="1073135990" sldId="651"/>
            <ac:picMk id="5" creationId="{948D7C0E-DDCE-46AD-3B4E-6CD4934509D6}"/>
          </ac:picMkLst>
        </pc:picChg>
        <pc:picChg chg="add mod">
          <ac:chgData name="Li, Congzhou" userId="ac58cbe8-21e6-4f9f-99ab-59ef48b78c7d" providerId="ADAL" clId="{43CD078C-1729-437C-9AD8-AE6BA12D344C}" dt="2025-07-24T05:18:22.219" v="1484" actId="1076"/>
          <ac:picMkLst>
            <pc:docMk/>
            <pc:sldMk cId="1073135990" sldId="651"/>
            <ac:picMk id="7" creationId="{164A2C38-9E67-C76B-6ABD-B249F8CA0457}"/>
          </ac:picMkLst>
        </pc:picChg>
      </pc:sldChg>
    </pc:docChg>
  </pc:docChgLst>
  <pc:docChgLst>
    <pc:chgData name="Li, Congzhou" userId="ac58cbe8-21e6-4f9f-99ab-59ef48b78c7d" providerId="ADAL" clId="{845C222E-C167-441D-8077-2F80B8217E77}"/>
    <pc:docChg chg="undo custSel addSld delSld modSld sldOrd">
      <pc:chgData name="Li, Congzhou" userId="ac58cbe8-21e6-4f9f-99ab-59ef48b78c7d" providerId="ADAL" clId="{845C222E-C167-441D-8077-2F80B8217E77}" dt="2025-06-26T06:01:29.846" v="1388" actId="20577"/>
      <pc:docMkLst>
        <pc:docMk/>
      </pc:docMkLst>
      <pc:sldChg chg="del">
        <pc:chgData name="Li, Congzhou" userId="ac58cbe8-21e6-4f9f-99ab-59ef48b78c7d" providerId="ADAL" clId="{845C222E-C167-441D-8077-2F80B8217E77}" dt="2025-06-26T04:01:02.571" v="36" actId="47"/>
        <pc:sldMkLst>
          <pc:docMk/>
          <pc:sldMk cId="0" sldId="264"/>
        </pc:sldMkLst>
      </pc:sldChg>
      <pc:sldChg chg="addSp modSp mod">
        <pc:chgData name="Li, Congzhou" userId="ac58cbe8-21e6-4f9f-99ab-59ef48b78c7d" providerId="ADAL" clId="{845C222E-C167-441D-8077-2F80B8217E77}" dt="2025-06-26T05:50:31.487" v="1210" actId="1076"/>
        <pc:sldMkLst>
          <pc:docMk/>
          <pc:sldMk cId="4120506555" sldId="265"/>
        </pc:sldMkLst>
        <pc:spChg chg="mod">
          <ac:chgData name="Li, Congzhou" userId="ac58cbe8-21e6-4f9f-99ab-59ef48b78c7d" providerId="ADAL" clId="{845C222E-C167-441D-8077-2F80B8217E77}" dt="2025-06-26T05:50:01.186" v="1204" actId="27636"/>
          <ac:spMkLst>
            <pc:docMk/>
            <pc:sldMk cId="4120506555" sldId="265"/>
            <ac:spMk id="3" creationId="{1029B642-2720-078E-5BBE-7A7198D848A1}"/>
          </ac:spMkLst>
        </pc:spChg>
      </pc:sldChg>
      <pc:sldChg chg="modSp mod ord">
        <pc:chgData name="Li, Congzhou" userId="ac58cbe8-21e6-4f9f-99ab-59ef48b78c7d" providerId="ADAL" clId="{845C222E-C167-441D-8077-2F80B8217E77}" dt="2025-06-26T04:20:18.317" v="142" actId="20577"/>
        <pc:sldMkLst>
          <pc:docMk/>
          <pc:sldMk cId="4119699027" sldId="268"/>
        </pc:sldMkLst>
        <pc:spChg chg="mod">
          <ac:chgData name="Li, Congzhou" userId="ac58cbe8-21e6-4f9f-99ab-59ef48b78c7d" providerId="ADAL" clId="{845C222E-C167-441D-8077-2F80B8217E77}" dt="2025-06-26T04:20:18.317" v="142" actId="20577"/>
          <ac:spMkLst>
            <pc:docMk/>
            <pc:sldMk cId="4119699027" sldId="268"/>
            <ac:spMk id="3" creationId="{97DDF921-C0B4-94FA-2427-73BE41733477}"/>
          </ac:spMkLst>
        </pc:spChg>
      </pc:sldChg>
      <pc:sldChg chg="modSp mod ord">
        <pc:chgData name="Li, Congzhou" userId="ac58cbe8-21e6-4f9f-99ab-59ef48b78c7d" providerId="ADAL" clId="{845C222E-C167-441D-8077-2F80B8217E77}" dt="2025-06-26T04:22:54.019" v="243" actId="20577"/>
        <pc:sldMkLst>
          <pc:docMk/>
          <pc:sldMk cId="2168170149" sldId="269"/>
        </pc:sldMkLst>
        <pc:spChg chg="mod">
          <ac:chgData name="Li, Congzhou" userId="ac58cbe8-21e6-4f9f-99ab-59ef48b78c7d" providerId="ADAL" clId="{845C222E-C167-441D-8077-2F80B8217E77}" dt="2025-06-26T04:22:54.019" v="243" actId="20577"/>
          <ac:spMkLst>
            <pc:docMk/>
            <pc:sldMk cId="2168170149" sldId="269"/>
            <ac:spMk id="3" creationId="{F61C54BD-C359-181B-E778-75F61A78CFC2}"/>
          </ac:spMkLst>
        </pc:spChg>
      </pc:sldChg>
      <pc:sldChg chg="del ord">
        <pc:chgData name="Li, Congzhou" userId="ac58cbe8-21e6-4f9f-99ab-59ef48b78c7d" providerId="ADAL" clId="{845C222E-C167-441D-8077-2F80B8217E77}" dt="2025-06-26T02:12:43.331" v="11" actId="47"/>
        <pc:sldMkLst>
          <pc:docMk/>
          <pc:sldMk cId="3041380977" sldId="270"/>
        </pc:sldMkLst>
      </pc:sldChg>
      <pc:sldChg chg="del">
        <pc:chgData name="Li, Congzhou" userId="ac58cbe8-21e6-4f9f-99ab-59ef48b78c7d" providerId="ADAL" clId="{845C222E-C167-441D-8077-2F80B8217E77}" dt="2025-06-26T04:23:10.118" v="244" actId="47"/>
        <pc:sldMkLst>
          <pc:docMk/>
          <pc:sldMk cId="89873127" sldId="271"/>
        </pc:sldMkLst>
      </pc:sldChg>
      <pc:sldChg chg="del">
        <pc:chgData name="Li, Congzhou" userId="ac58cbe8-21e6-4f9f-99ab-59ef48b78c7d" providerId="ADAL" clId="{845C222E-C167-441D-8077-2F80B8217E77}" dt="2025-06-26T04:43:06.117" v="587" actId="47"/>
        <pc:sldMkLst>
          <pc:docMk/>
          <pc:sldMk cId="1123356741" sldId="272"/>
        </pc:sldMkLst>
      </pc:sldChg>
      <pc:sldChg chg="addSp delSp modSp mod">
        <pc:chgData name="Li, Congzhou" userId="ac58cbe8-21e6-4f9f-99ab-59ef48b78c7d" providerId="ADAL" clId="{845C222E-C167-441D-8077-2F80B8217E77}" dt="2025-06-26T04:41:22.794" v="582"/>
        <pc:sldMkLst>
          <pc:docMk/>
          <pc:sldMk cId="2405554842" sldId="273"/>
        </pc:sldMkLst>
      </pc:sldChg>
      <pc:sldChg chg="del">
        <pc:chgData name="Li, Congzhou" userId="ac58cbe8-21e6-4f9f-99ab-59ef48b78c7d" providerId="ADAL" clId="{845C222E-C167-441D-8077-2F80B8217E77}" dt="2025-06-26T04:43:09.113" v="588" actId="47"/>
        <pc:sldMkLst>
          <pc:docMk/>
          <pc:sldMk cId="3915937042" sldId="274"/>
        </pc:sldMkLst>
      </pc:sldChg>
      <pc:sldChg chg="del">
        <pc:chgData name="Li, Congzhou" userId="ac58cbe8-21e6-4f9f-99ab-59ef48b78c7d" providerId="ADAL" clId="{845C222E-C167-441D-8077-2F80B8217E77}" dt="2025-06-26T05:31:54.683" v="1072" actId="47"/>
        <pc:sldMkLst>
          <pc:docMk/>
          <pc:sldMk cId="4182556714" sldId="277"/>
        </pc:sldMkLst>
      </pc:sldChg>
      <pc:sldChg chg="modSp mod">
        <pc:chgData name="Li, Congzhou" userId="ac58cbe8-21e6-4f9f-99ab-59ef48b78c7d" providerId="ADAL" clId="{845C222E-C167-441D-8077-2F80B8217E77}" dt="2025-06-26T05:57:27.494" v="1343" actId="14100"/>
        <pc:sldMkLst>
          <pc:docMk/>
          <pc:sldMk cId="4267721500" sldId="278"/>
        </pc:sldMkLst>
        <pc:spChg chg="mod">
          <ac:chgData name="Li, Congzhou" userId="ac58cbe8-21e6-4f9f-99ab-59ef48b78c7d" providerId="ADAL" clId="{845C222E-C167-441D-8077-2F80B8217E77}" dt="2025-06-26T05:57:22.333" v="1342" actId="6549"/>
          <ac:spMkLst>
            <pc:docMk/>
            <pc:sldMk cId="4267721500" sldId="278"/>
            <ac:spMk id="3" creationId="{5C739849-0128-4124-E588-21E2B1541DB5}"/>
          </ac:spMkLst>
        </pc:spChg>
      </pc:sldChg>
      <pc:sldChg chg="modSp mod">
        <pc:chgData name="Li, Congzhou" userId="ac58cbe8-21e6-4f9f-99ab-59ef48b78c7d" providerId="ADAL" clId="{845C222E-C167-441D-8077-2F80B8217E77}" dt="2025-06-26T05:58:19.317" v="1361" actId="1076"/>
        <pc:sldMkLst>
          <pc:docMk/>
          <pc:sldMk cId="435896222" sldId="279"/>
        </pc:sldMkLst>
      </pc:sldChg>
      <pc:sldChg chg="modSp mod">
        <pc:chgData name="Li, Congzhou" userId="ac58cbe8-21e6-4f9f-99ab-59ef48b78c7d" providerId="ADAL" clId="{845C222E-C167-441D-8077-2F80B8217E77}" dt="2025-06-26T06:00:12.365" v="1385" actId="14100"/>
        <pc:sldMkLst>
          <pc:docMk/>
          <pc:sldMk cId="353123560" sldId="280"/>
        </pc:sldMkLst>
      </pc:sldChg>
      <pc:sldChg chg="modSp mod">
        <pc:chgData name="Li, Congzhou" userId="ac58cbe8-21e6-4f9f-99ab-59ef48b78c7d" providerId="ADAL" clId="{845C222E-C167-441D-8077-2F80B8217E77}" dt="2025-06-26T06:01:29.846" v="1388" actId="20577"/>
        <pc:sldMkLst>
          <pc:docMk/>
          <pc:sldMk cId="1318411640" sldId="281"/>
        </pc:sldMkLst>
      </pc:sldChg>
      <pc:sldChg chg="delSp modSp mod">
        <pc:chgData name="Li, Congzhou" userId="ac58cbe8-21e6-4f9f-99ab-59ef48b78c7d" providerId="ADAL" clId="{845C222E-C167-441D-8077-2F80B8217E77}" dt="2025-06-26T05:01:08.757" v="861" actId="20577"/>
        <pc:sldMkLst>
          <pc:docMk/>
          <pc:sldMk cId="3326257643" sldId="282"/>
        </pc:sldMkLst>
        <pc:spChg chg="mod">
          <ac:chgData name="Li, Congzhou" userId="ac58cbe8-21e6-4f9f-99ab-59ef48b78c7d" providerId="ADAL" clId="{845C222E-C167-441D-8077-2F80B8217E77}" dt="2025-06-26T04:57:14.883" v="788" actId="20577"/>
          <ac:spMkLst>
            <pc:docMk/>
            <pc:sldMk cId="3326257643" sldId="282"/>
            <ac:spMk id="2" creationId="{A9428728-2AC7-21BB-A160-D510A6EE7ADC}"/>
          </ac:spMkLst>
        </pc:spChg>
        <pc:spChg chg="mod">
          <ac:chgData name="Li, Congzhou" userId="ac58cbe8-21e6-4f9f-99ab-59ef48b78c7d" providerId="ADAL" clId="{845C222E-C167-441D-8077-2F80B8217E77}" dt="2025-06-26T05:01:08.757" v="861" actId="20577"/>
          <ac:spMkLst>
            <pc:docMk/>
            <pc:sldMk cId="3326257643" sldId="282"/>
            <ac:spMk id="3" creationId="{3A62A270-859C-575E-101E-9DE785A8987D}"/>
          </ac:spMkLst>
        </pc:spChg>
      </pc:sldChg>
      <pc:sldChg chg="del">
        <pc:chgData name="Li, Congzhou" userId="ac58cbe8-21e6-4f9f-99ab-59ef48b78c7d" providerId="ADAL" clId="{845C222E-C167-441D-8077-2F80B8217E77}" dt="2025-06-26T05:31:44.620" v="1071" actId="47"/>
        <pc:sldMkLst>
          <pc:docMk/>
          <pc:sldMk cId="1094697451" sldId="283"/>
        </pc:sldMkLst>
      </pc:sldChg>
      <pc:sldChg chg="del">
        <pc:chgData name="Li, Congzhou" userId="ac58cbe8-21e6-4f9f-99ab-59ef48b78c7d" providerId="ADAL" clId="{845C222E-C167-441D-8077-2F80B8217E77}" dt="2025-06-26T05:31:38.420" v="1070" actId="47"/>
        <pc:sldMkLst>
          <pc:docMk/>
          <pc:sldMk cId="898249345" sldId="284"/>
        </pc:sldMkLst>
      </pc:sldChg>
      <pc:sldChg chg="del">
        <pc:chgData name="Li, Congzhou" userId="ac58cbe8-21e6-4f9f-99ab-59ef48b78c7d" providerId="ADAL" clId="{845C222E-C167-441D-8077-2F80B8217E77}" dt="2025-06-26T05:31:37.021" v="1069" actId="47"/>
        <pc:sldMkLst>
          <pc:docMk/>
          <pc:sldMk cId="4015738338" sldId="285"/>
        </pc:sldMkLst>
      </pc:sldChg>
      <pc:sldChg chg="del">
        <pc:chgData name="Li, Congzhou" userId="ac58cbe8-21e6-4f9f-99ab-59ef48b78c7d" providerId="ADAL" clId="{845C222E-C167-441D-8077-2F80B8217E77}" dt="2025-06-26T05:31:34.508" v="1068" actId="47"/>
        <pc:sldMkLst>
          <pc:docMk/>
          <pc:sldMk cId="1283099553" sldId="286"/>
        </pc:sldMkLst>
      </pc:sldChg>
      <pc:sldChg chg="del">
        <pc:chgData name="Li, Congzhou" userId="ac58cbe8-21e6-4f9f-99ab-59ef48b78c7d" providerId="ADAL" clId="{845C222E-C167-441D-8077-2F80B8217E77}" dt="2025-06-26T05:31:31.932" v="1067" actId="47"/>
        <pc:sldMkLst>
          <pc:docMk/>
          <pc:sldMk cId="1778551129" sldId="287"/>
        </pc:sldMkLst>
      </pc:sldChg>
      <pc:sldChg chg="add del ord">
        <pc:chgData name="Li, Congzhou" userId="ac58cbe8-21e6-4f9f-99ab-59ef48b78c7d" providerId="ADAL" clId="{845C222E-C167-441D-8077-2F80B8217E77}" dt="2025-06-26T04:30:41.638" v="398" actId="47"/>
        <pc:sldMkLst>
          <pc:docMk/>
          <pc:sldMk cId="2724836679" sldId="288"/>
        </pc:sldMkLst>
      </pc:sldChg>
      <pc:sldChg chg="modSp mod ord">
        <pc:chgData name="Li, Congzhou" userId="ac58cbe8-21e6-4f9f-99ab-59ef48b78c7d" providerId="ADAL" clId="{845C222E-C167-441D-8077-2F80B8217E77}" dt="2025-06-26T04:17:47.861" v="114" actId="1076"/>
        <pc:sldMkLst>
          <pc:docMk/>
          <pc:sldMk cId="3492330858" sldId="289"/>
        </pc:sldMkLst>
        <pc:spChg chg="mod">
          <ac:chgData name="Li, Congzhou" userId="ac58cbe8-21e6-4f9f-99ab-59ef48b78c7d" providerId="ADAL" clId="{845C222E-C167-441D-8077-2F80B8217E77}" dt="2025-06-26T04:09:32.996" v="88" actId="20577"/>
          <ac:spMkLst>
            <pc:docMk/>
            <pc:sldMk cId="3492330858" sldId="289"/>
            <ac:spMk id="2" creationId="{CC266683-3C80-738A-76A8-4376B97F218F}"/>
          </ac:spMkLst>
        </pc:spChg>
        <pc:spChg chg="mod">
          <ac:chgData name="Li, Congzhou" userId="ac58cbe8-21e6-4f9f-99ab-59ef48b78c7d" providerId="ADAL" clId="{845C222E-C167-441D-8077-2F80B8217E77}" dt="2025-06-26T04:17:47.861" v="114" actId="1076"/>
          <ac:spMkLst>
            <pc:docMk/>
            <pc:sldMk cId="3492330858" sldId="289"/>
            <ac:spMk id="3" creationId="{0006DF97-8205-5A1A-9981-CB43D4841033}"/>
          </ac:spMkLst>
        </pc:spChg>
      </pc:sldChg>
      <pc:sldChg chg="ord">
        <pc:chgData name="Li, Congzhou" userId="ac58cbe8-21e6-4f9f-99ab-59ef48b78c7d" providerId="ADAL" clId="{845C222E-C167-441D-8077-2F80B8217E77}" dt="2025-06-26T02:12:58.989" v="15"/>
        <pc:sldMkLst>
          <pc:docMk/>
          <pc:sldMk cId="2786768717" sldId="290"/>
        </pc:sldMkLst>
      </pc:sldChg>
      <pc:sldChg chg="addSp delSp modSp add mod ord setBg">
        <pc:chgData name="Li, Congzhou" userId="ac58cbe8-21e6-4f9f-99ab-59ef48b78c7d" providerId="ADAL" clId="{845C222E-C167-441D-8077-2F80B8217E77}" dt="2025-06-26T03:54:11.002" v="29" actId="20577"/>
        <pc:sldMkLst>
          <pc:docMk/>
          <pc:sldMk cId="2054387296" sldId="291"/>
        </pc:sldMkLst>
      </pc:sldChg>
      <pc:sldChg chg="modSp add mod">
        <pc:chgData name="Li, Congzhou" userId="ac58cbe8-21e6-4f9f-99ab-59ef48b78c7d" providerId="ADAL" clId="{845C222E-C167-441D-8077-2F80B8217E77}" dt="2025-06-26T04:17:42.417" v="113" actId="1076"/>
        <pc:sldMkLst>
          <pc:docMk/>
          <pc:sldMk cId="1184123622" sldId="292"/>
        </pc:sldMkLst>
        <pc:spChg chg="mod">
          <ac:chgData name="Li, Congzhou" userId="ac58cbe8-21e6-4f9f-99ab-59ef48b78c7d" providerId="ADAL" clId="{845C222E-C167-441D-8077-2F80B8217E77}" dt="2025-06-26T04:17:32.470" v="112" actId="27636"/>
          <ac:spMkLst>
            <pc:docMk/>
            <pc:sldMk cId="1184123622" sldId="292"/>
            <ac:spMk id="2" creationId="{E422DAA6-501A-FF9D-E59E-88A9044C8ADE}"/>
          </ac:spMkLst>
        </pc:spChg>
        <pc:spChg chg="mod">
          <ac:chgData name="Li, Congzhou" userId="ac58cbe8-21e6-4f9f-99ab-59ef48b78c7d" providerId="ADAL" clId="{845C222E-C167-441D-8077-2F80B8217E77}" dt="2025-06-26T04:17:42.417" v="113" actId="1076"/>
          <ac:spMkLst>
            <pc:docMk/>
            <pc:sldMk cId="1184123622" sldId="292"/>
            <ac:spMk id="3" creationId="{D24438BD-A15D-9F61-7CF3-3CAACFBEF732}"/>
          </ac:spMkLst>
        </pc:spChg>
      </pc:sldChg>
      <pc:sldChg chg="addSp delSp modSp add mod ord">
        <pc:chgData name="Li, Congzhou" userId="ac58cbe8-21e6-4f9f-99ab-59ef48b78c7d" providerId="ADAL" clId="{845C222E-C167-441D-8077-2F80B8217E77}" dt="2025-06-26T04:31:16.119" v="436" actId="1076"/>
        <pc:sldMkLst>
          <pc:docMk/>
          <pc:sldMk cId="1060434292" sldId="293"/>
        </pc:sldMkLst>
        <pc:spChg chg="mod">
          <ac:chgData name="Li, Congzhou" userId="ac58cbe8-21e6-4f9f-99ab-59ef48b78c7d" providerId="ADAL" clId="{845C222E-C167-441D-8077-2F80B8217E77}" dt="2025-06-26T04:31:16.119" v="436" actId="1076"/>
          <ac:spMkLst>
            <pc:docMk/>
            <pc:sldMk cId="1060434292" sldId="293"/>
            <ac:spMk id="3" creationId="{0A5880CF-CBB3-E714-2CAB-4681471C2D91}"/>
          </ac:spMkLst>
        </pc:spChg>
      </pc:sldChg>
      <pc:sldChg chg="addSp delSp modSp add mod">
        <pc:chgData name="Li, Congzhou" userId="ac58cbe8-21e6-4f9f-99ab-59ef48b78c7d" providerId="ADAL" clId="{845C222E-C167-441D-8077-2F80B8217E77}" dt="2025-06-26T04:42:38.430" v="586" actId="1076"/>
        <pc:sldMkLst>
          <pc:docMk/>
          <pc:sldMk cId="3458855389" sldId="294"/>
        </pc:sldMkLst>
      </pc:sldChg>
      <pc:sldChg chg="addSp delSp modSp add mod">
        <pc:chgData name="Li, Congzhou" userId="ac58cbe8-21e6-4f9f-99ab-59ef48b78c7d" providerId="ADAL" clId="{845C222E-C167-441D-8077-2F80B8217E77}" dt="2025-06-26T04:48:51.731" v="685" actId="20577"/>
        <pc:sldMkLst>
          <pc:docMk/>
          <pc:sldMk cId="132933586" sldId="295"/>
        </pc:sldMkLst>
      </pc:sldChg>
      <pc:sldChg chg="addSp delSp modSp add mod">
        <pc:chgData name="Li, Congzhou" userId="ac58cbe8-21e6-4f9f-99ab-59ef48b78c7d" providerId="ADAL" clId="{845C222E-C167-441D-8077-2F80B8217E77}" dt="2025-06-26T04:50:37.244" v="721" actId="22"/>
        <pc:sldMkLst>
          <pc:docMk/>
          <pc:sldMk cId="2356673550" sldId="296"/>
        </pc:sldMkLst>
      </pc:sldChg>
      <pc:sldChg chg="addSp delSp modSp add mod">
        <pc:chgData name="Li, Congzhou" userId="ac58cbe8-21e6-4f9f-99ab-59ef48b78c7d" providerId="ADAL" clId="{845C222E-C167-441D-8077-2F80B8217E77}" dt="2025-06-26T04:52:25.458" v="770" actId="1076"/>
        <pc:sldMkLst>
          <pc:docMk/>
          <pc:sldMk cId="1377093032" sldId="297"/>
        </pc:sldMkLst>
      </pc:sldChg>
      <pc:sldChg chg="addSp modSp add mod">
        <pc:chgData name="Li, Congzhou" userId="ac58cbe8-21e6-4f9f-99ab-59ef48b78c7d" providerId="ADAL" clId="{845C222E-C167-441D-8077-2F80B8217E77}" dt="2025-06-26T05:25:51.036" v="1040" actId="20577"/>
        <pc:sldMkLst>
          <pc:docMk/>
          <pc:sldMk cId="415520044" sldId="298"/>
        </pc:sldMkLst>
      </pc:sldChg>
      <pc:sldChg chg="modSp add mod">
        <pc:chgData name="Li, Congzhou" userId="ac58cbe8-21e6-4f9f-99ab-59ef48b78c7d" providerId="ADAL" clId="{845C222E-C167-441D-8077-2F80B8217E77}" dt="2025-06-26T05:19:10.019" v="978" actId="20577"/>
        <pc:sldMkLst>
          <pc:docMk/>
          <pc:sldMk cId="2737966838" sldId="299"/>
        </pc:sldMkLst>
      </pc:sldChg>
      <pc:sldChg chg="modSp add mod">
        <pc:chgData name="Li, Congzhou" userId="ac58cbe8-21e6-4f9f-99ab-59ef48b78c7d" providerId="ADAL" clId="{845C222E-C167-441D-8077-2F80B8217E77}" dt="2025-06-26T05:20:30.728" v="992" actId="255"/>
        <pc:sldMkLst>
          <pc:docMk/>
          <pc:sldMk cId="2135803646" sldId="300"/>
        </pc:sldMkLst>
      </pc:sldChg>
      <pc:sldChg chg="add">
        <pc:chgData name="Li, Congzhou" userId="ac58cbe8-21e6-4f9f-99ab-59ef48b78c7d" providerId="ADAL" clId="{845C222E-C167-441D-8077-2F80B8217E77}" dt="2025-06-26T05:21:41.032" v="993"/>
        <pc:sldMkLst>
          <pc:docMk/>
          <pc:sldMk cId="4266812352" sldId="301"/>
        </pc:sldMkLst>
      </pc:sldChg>
      <pc:sldChg chg="addSp delSp modSp add mod">
        <pc:chgData name="Li, Congzhou" userId="ac58cbe8-21e6-4f9f-99ab-59ef48b78c7d" providerId="ADAL" clId="{845C222E-C167-441D-8077-2F80B8217E77}" dt="2025-06-26T05:30:15.412" v="1066" actId="1076"/>
        <pc:sldMkLst>
          <pc:docMk/>
          <pc:sldMk cId="2464646612" sldId="302"/>
        </pc:sldMkLst>
      </pc:sldChg>
      <pc:sldChg chg="addSp delSp modSp add mod">
        <pc:chgData name="Li, Congzhou" userId="ac58cbe8-21e6-4f9f-99ab-59ef48b78c7d" providerId="ADAL" clId="{845C222E-C167-441D-8077-2F80B8217E77}" dt="2025-06-26T05:30:12.572" v="1065" actId="1076"/>
        <pc:sldMkLst>
          <pc:docMk/>
          <pc:sldMk cId="3723059796" sldId="303"/>
        </pc:sldMkLst>
      </pc:sldChg>
      <pc:sldChg chg="delSp modSp add mod">
        <pc:chgData name="Li, Congzhou" userId="ac58cbe8-21e6-4f9f-99ab-59ef48b78c7d" providerId="ADAL" clId="{845C222E-C167-441D-8077-2F80B8217E77}" dt="2025-06-26T05:40:44.421" v="1118" actId="20577"/>
        <pc:sldMkLst>
          <pc:docMk/>
          <pc:sldMk cId="2691212112" sldId="304"/>
        </pc:sldMkLst>
      </pc:sldChg>
      <pc:sldChg chg="modSp add mod">
        <pc:chgData name="Li, Congzhou" userId="ac58cbe8-21e6-4f9f-99ab-59ef48b78c7d" providerId="ADAL" clId="{845C222E-C167-441D-8077-2F80B8217E77}" dt="2025-06-26T05:53:21.222" v="1247" actId="1076"/>
        <pc:sldMkLst>
          <pc:docMk/>
          <pc:sldMk cId="2788550071" sldId="305"/>
        </pc:sldMkLst>
      </pc:sldChg>
    </pc:docChg>
  </pc:docChgLst>
  <pc:docChgLst>
    <pc:chgData name="Li, Congzhou" userId="ac58cbe8-21e6-4f9f-99ab-59ef48b78c7d" providerId="ADAL" clId="{833087C4-6BF0-48A7-B68C-B5D69321E8B1}"/>
    <pc:docChg chg="undo custSel addSld delSld modSld sldOrd">
      <pc:chgData name="Li, Congzhou" userId="ac58cbe8-21e6-4f9f-99ab-59ef48b78c7d" providerId="ADAL" clId="{833087C4-6BF0-48A7-B68C-B5D69321E8B1}" dt="2025-06-25T19:01:53.646" v="149"/>
      <pc:docMkLst>
        <pc:docMk/>
      </pc:docMkLst>
      <pc:sldChg chg="del">
        <pc:chgData name="Li, Congzhou" userId="ac58cbe8-21e6-4f9f-99ab-59ef48b78c7d" providerId="ADAL" clId="{833087C4-6BF0-48A7-B68C-B5D69321E8B1}" dt="2025-06-24T21:37:48.423" v="0" actId="47"/>
        <pc:sldMkLst>
          <pc:docMk/>
          <pc:sldMk cId="0" sldId="256"/>
        </pc:sldMkLst>
      </pc:sldChg>
      <pc:sldChg chg="del">
        <pc:chgData name="Li, Congzhou" userId="ac58cbe8-21e6-4f9f-99ab-59ef48b78c7d" providerId="ADAL" clId="{833087C4-6BF0-48A7-B68C-B5D69321E8B1}" dt="2025-06-24T21:37:49.360" v="1" actId="47"/>
        <pc:sldMkLst>
          <pc:docMk/>
          <pc:sldMk cId="0" sldId="257"/>
        </pc:sldMkLst>
      </pc:sldChg>
      <pc:sldChg chg="del">
        <pc:chgData name="Li, Congzhou" userId="ac58cbe8-21e6-4f9f-99ab-59ef48b78c7d" providerId="ADAL" clId="{833087C4-6BF0-48A7-B68C-B5D69321E8B1}" dt="2025-06-24T21:37:51.188" v="4" actId="47"/>
        <pc:sldMkLst>
          <pc:docMk/>
          <pc:sldMk cId="0" sldId="258"/>
        </pc:sldMkLst>
      </pc:sldChg>
      <pc:sldChg chg="del">
        <pc:chgData name="Li, Congzhou" userId="ac58cbe8-21e6-4f9f-99ab-59ef48b78c7d" providerId="ADAL" clId="{833087C4-6BF0-48A7-B68C-B5D69321E8B1}" dt="2025-06-24T21:37:49.939" v="2" actId="47"/>
        <pc:sldMkLst>
          <pc:docMk/>
          <pc:sldMk cId="0" sldId="259"/>
        </pc:sldMkLst>
      </pc:sldChg>
      <pc:sldChg chg="del">
        <pc:chgData name="Li, Congzhou" userId="ac58cbe8-21e6-4f9f-99ab-59ef48b78c7d" providerId="ADAL" clId="{833087C4-6BF0-48A7-B68C-B5D69321E8B1}" dt="2025-06-24T21:37:50.618" v="3" actId="47"/>
        <pc:sldMkLst>
          <pc:docMk/>
          <pc:sldMk cId="0" sldId="263"/>
        </pc:sldMkLst>
      </pc:sldChg>
      <pc:sldChg chg="ord">
        <pc:chgData name="Li, Congzhou" userId="ac58cbe8-21e6-4f9f-99ab-59ef48b78c7d" providerId="ADAL" clId="{833087C4-6BF0-48A7-B68C-B5D69321E8B1}" dt="2025-06-25T19:01:53.646" v="149"/>
        <pc:sldMkLst>
          <pc:docMk/>
          <pc:sldMk cId="0" sldId="264"/>
        </pc:sldMkLst>
      </pc:sldChg>
      <pc:sldChg chg="modSp mod">
        <pc:chgData name="Li, Congzhou" userId="ac58cbe8-21e6-4f9f-99ab-59ef48b78c7d" providerId="ADAL" clId="{833087C4-6BF0-48A7-B68C-B5D69321E8B1}" dt="2025-06-24T21:38:42.595" v="15" actId="1076"/>
        <pc:sldMkLst>
          <pc:docMk/>
          <pc:sldMk cId="2604026519" sldId="266"/>
        </pc:sldMkLst>
        <pc:spChg chg="mod">
          <ac:chgData name="Li, Congzhou" userId="ac58cbe8-21e6-4f9f-99ab-59ef48b78c7d" providerId="ADAL" clId="{833087C4-6BF0-48A7-B68C-B5D69321E8B1}" dt="2025-06-24T21:38:42.595" v="15" actId="1076"/>
          <ac:spMkLst>
            <pc:docMk/>
            <pc:sldMk cId="2604026519" sldId="266"/>
            <ac:spMk id="2" creationId="{639CC955-4D90-43FB-1E94-B540C9584276}"/>
          </ac:spMkLst>
        </pc:spChg>
        <pc:spChg chg="mod">
          <ac:chgData name="Li, Congzhou" userId="ac58cbe8-21e6-4f9f-99ab-59ef48b78c7d" providerId="ADAL" clId="{833087C4-6BF0-48A7-B68C-B5D69321E8B1}" dt="2025-06-24T21:38:15.061" v="9" actId="6549"/>
          <ac:spMkLst>
            <pc:docMk/>
            <pc:sldMk cId="2604026519" sldId="266"/>
            <ac:spMk id="4" creationId="{CA2BE46A-3991-35FB-C112-A4353A7C0055}"/>
          </ac:spMkLst>
        </pc:spChg>
      </pc:sldChg>
      <pc:sldChg chg="addSp delSp modSp mod">
        <pc:chgData name="Li, Congzhou" userId="ac58cbe8-21e6-4f9f-99ab-59ef48b78c7d" providerId="ADAL" clId="{833087C4-6BF0-48A7-B68C-B5D69321E8B1}" dt="2025-06-25T19:01:29.507" v="147" actId="6549"/>
        <pc:sldMkLst>
          <pc:docMk/>
          <pc:sldMk cId="556897062" sldId="267"/>
        </pc:sldMkLst>
        <pc:spChg chg="add mod">
          <ac:chgData name="Li, Congzhou" userId="ac58cbe8-21e6-4f9f-99ab-59ef48b78c7d" providerId="ADAL" clId="{833087C4-6BF0-48A7-B68C-B5D69321E8B1}" dt="2025-06-25T19:01:17.146" v="144" actId="6549"/>
          <ac:spMkLst>
            <pc:docMk/>
            <pc:sldMk cId="556897062" sldId="267"/>
            <ac:spMk id="9" creationId="{CF6BB07F-7064-9FDD-EBD1-A2124CA5A5F4}"/>
          </ac:spMkLst>
        </pc:spChg>
        <pc:spChg chg="add mod">
          <ac:chgData name="Li, Congzhou" userId="ac58cbe8-21e6-4f9f-99ab-59ef48b78c7d" providerId="ADAL" clId="{833087C4-6BF0-48A7-B68C-B5D69321E8B1}" dt="2025-06-25T19:01:11.901" v="142" actId="1076"/>
          <ac:spMkLst>
            <pc:docMk/>
            <pc:sldMk cId="556897062" sldId="267"/>
            <ac:spMk id="10" creationId="{D6A307B1-F687-9DD0-64CB-CD12EE0BEBAD}"/>
          </ac:spMkLst>
        </pc:spChg>
        <pc:spChg chg="add mod">
          <ac:chgData name="Li, Congzhou" userId="ac58cbe8-21e6-4f9f-99ab-59ef48b78c7d" providerId="ADAL" clId="{833087C4-6BF0-48A7-B68C-B5D69321E8B1}" dt="2025-06-25T19:01:29.507" v="147" actId="6549"/>
          <ac:spMkLst>
            <pc:docMk/>
            <pc:sldMk cId="556897062" sldId="267"/>
            <ac:spMk id="11" creationId="{F4F9319B-D246-C37D-A7E5-7CC09D3A9AF9}"/>
          </ac:spMkLst>
        </pc:spChg>
      </pc:sldChg>
      <pc:sldChg chg="addSp delSp modSp mod">
        <pc:chgData name="Li, Congzhou" userId="ac58cbe8-21e6-4f9f-99ab-59ef48b78c7d" providerId="ADAL" clId="{833087C4-6BF0-48A7-B68C-B5D69321E8B1}" dt="2025-06-24T22:42:40.750" v="55" actId="14100"/>
        <pc:sldMkLst>
          <pc:docMk/>
          <pc:sldMk cId="3041380977" sldId="270"/>
        </pc:sldMkLst>
      </pc:sldChg>
      <pc:sldChg chg="addSp delSp modSp mod ord">
        <pc:chgData name="Li, Congzhou" userId="ac58cbe8-21e6-4f9f-99ab-59ef48b78c7d" providerId="ADAL" clId="{833087C4-6BF0-48A7-B68C-B5D69321E8B1}" dt="2025-06-24T22:44:26.826" v="79" actId="14100"/>
        <pc:sldMkLst>
          <pc:docMk/>
          <pc:sldMk cId="1123356741" sldId="272"/>
        </pc:sldMkLst>
      </pc:sldChg>
      <pc:sldChg chg="del">
        <pc:chgData name="Li, Congzhou" userId="ac58cbe8-21e6-4f9f-99ab-59ef48b78c7d" providerId="ADAL" clId="{833087C4-6BF0-48A7-B68C-B5D69321E8B1}" dt="2025-06-24T21:37:52.543" v="6" actId="47"/>
        <pc:sldMkLst>
          <pc:docMk/>
          <pc:sldMk cId="881767296" sldId="275"/>
        </pc:sldMkLst>
      </pc:sldChg>
      <pc:sldChg chg="del">
        <pc:chgData name="Li, Congzhou" userId="ac58cbe8-21e6-4f9f-99ab-59ef48b78c7d" providerId="ADAL" clId="{833087C4-6BF0-48A7-B68C-B5D69321E8B1}" dt="2025-06-24T21:37:51.825" v="5" actId="47"/>
        <pc:sldMkLst>
          <pc:docMk/>
          <pc:sldMk cId="1850814982" sldId="276"/>
        </pc:sldMkLst>
      </pc:sldChg>
      <pc:sldChg chg="addSp delSp modSp mod">
        <pc:chgData name="Li, Congzhou" userId="ac58cbe8-21e6-4f9f-99ab-59ef48b78c7d" providerId="ADAL" clId="{833087C4-6BF0-48A7-B68C-B5D69321E8B1}" dt="2025-06-24T22:54:56.365" v="98" actId="1076"/>
        <pc:sldMkLst>
          <pc:docMk/>
          <pc:sldMk cId="4267721500" sldId="278"/>
        </pc:sldMkLst>
      </pc:sldChg>
      <pc:sldChg chg="addSp delSp modSp mod">
        <pc:chgData name="Li, Congzhou" userId="ac58cbe8-21e6-4f9f-99ab-59ef48b78c7d" providerId="ADAL" clId="{833087C4-6BF0-48A7-B68C-B5D69321E8B1}" dt="2025-06-24T22:55:41.306" v="101" actId="1076"/>
        <pc:sldMkLst>
          <pc:docMk/>
          <pc:sldMk cId="435896222" sldId="279"/>
        </pc:sldMkLst>
      </pc:sldChg>
      <pc:sldChg chg="addSp delSp modSp mod">
        <pc:chgData name="Li, Congzhou" userId="ac58cbe8-21e6-4f9f-99ab-59ef48b78c7d" providerId="ADAL" clId="{833087C4-6BF0-48A7-B68C-B5D69321E8B1}" dt="2025-06-24T22:56:11.797" v="104" actId="1076"/>
        <pc:sldMkLst>
          <pc:docMk/>
          <pc:sldMk cId="353123560" sldId="280"/>
        </pc:sldMkLst>
      </pc:sldChg>
      <pc:sldChg chg="addSp delSp modSp mod">
        <pc:chgData name="Li, Congzhou" userId="ac58cbe8-21e6-4f9f-99ab-59ef48b78c7d" providerId="ADAL" clId="{833087C4-6BF0-48A7-B68C-B5D69321E8B1}" dt="2025-06-24T22:56:38.685" v="109" actId="1076"/>
        <pc:sldMkLst>
          <pc:docMk/>
          <pc:sldMk cId="1318411640" sldId="281"/>
        </pc:sldMkLst>
      </pc:sldChg>
      <pc:sldChg chg="addSp delSp modSp add mod">
        <pc:chgData name="Li, Congzhou" userId="ac58cbe8-21e6-4f9f-99ab-59ef48b78c7d" providerId="ADAL" clId="{833087C4-6BF0-48A7-B68C-B5D69321E8B1}" dt="2025-06-24T22:53:07.029" v="95" actId="1076"/>
        <pc:sldMkLst>
          <pc:docMk/>
          <pc:sldMk cId="2724836679" sldId="288"/>
        </pc:sldMkLst>
      </pc:sldChg>
      <pc:sldChg chg="add">
        <pc:chgData name="Li, Congzhou" userId="ac58cbe8-21e6-4f9f-99ab-59ef48b78c7d" providerId="ADAL" clId="{833087C4-6BF0-48A7-B68C-B5D69321E8B1}" dt="2025-06-25T18:59:00.736" v="110"/>
        <pc:sldMkLst>
          <pc:docMk/>
          <pc:sldMk cId="3492330858" sldId="289"/>
        </pc:sldMkLst>
      </pc:sldChg>
      <pc:sldChg chg="add">
        <pc:chgData name="Li, Congzhou" userId="ac58cbe8-21e6-4f9f-99ab-59ef48b78c7d" providerId="ADAL" clId="{833087C4-6BF0-48A7-B68C-B5D69321E8B1}" dt="2025-06-25T18:59:53.772" v="139"/>
        <pc:sldMkLst>
          <pc:docMk/>
          <pc:sldMk cId="2786768717" sldId="290"/>
        </pc:sldMkLst>
      </pc:sldChg>
    </pc:docChg>
  </pc:docChgLst>
  <pc:docChgLst>
    <pc:chgData name="Li, Congzhou" userId="ac58cbe8-21e6-4f9f-99ab-59ef48b78c7d" providerId="ADAL" clId="{451A3CB8-43C7-4342-A696-F8E96584EDD7}"/>
    <pc:docChg chg="undo custSel addSld delSld modSld sldOrd">
      <pc:chgData name="Li, Congzhou" userId="ac58cbe8-21e6-4f9f-99ab-59ef48b78c7d" providerId="ADAL" clId="{451A3CB8-43C7-4342-A696-F8E96584EDD7}" dt="2025-06-05T14:11:58.630" v="283" actId="1076"/>
      <pc:docMkLst>
        <pc:docMk/>
      </pc:docMkLst>
      <pc:sldChg chg="addSp modSp add mod">
        <pc:chgData name="Li, Congzhou" userId="ac58cbe8-21e6-4f9f-99ab-59ef48b78c7d" providerId="ADAL" clId="{451A3CB8-43C7-4342-A696-F8E96584EDD7}" dt="2025-06-05T13:49:58.770" v="8" actId="1076"/>
        <pc:sldMkLst>
          <pc:docMk/>
          <pc:sldMk cId="3326257643" sldId="282"/>
        </pc:sldMkLst>
        <pc:spChg chg="mod">
          <ac:chgData name="Li, Congzhou" userId="ac58cbe8-21e6-4f9f-99ab-59ef48b78c7d" providerId="ADAL" clId="{451A3CB8-43C7-4342-A696-F8E96584EDD7}" dt="2025-06-05T13:49:27.294" v="4" actId="1076"/>
          <ac:spMkLst>
            <pc:docMk/>
            <pc:sldMk cId="3326257643" sldId="282"/>
            <ac:spMk id="3" creationId="{3A62A270-859C-575E-101E-9DE785A8987D}"/>
          </ac:spMkLst>
        </pc:spChg>
      </pc:sldChg>
      <pc:sldChg chg="addSp modSp add mod ord">
        <pc:chgData name="Li, Congzhou" userId="ac58cbe8-21e6-4f9f-99ab-59ef48b78c7d" providerId="ADAL" clId="{451A3CB8-43C7-4342-A696-F8E96584EDD7}" dt="2025-06-05T13:50:49.938" v="18" actId="1076"/>
        <pc:sldMkLst>
          <pc:docMk/>
          <pc:sldMk cId="1094697451" sldId="283"/>
        </pc:sldMkLst>
      </pc:sldChg>
      <pc:sldChg chg="addSp delSp modSp add mod setBg">
        <pc:chgData name="Li, Congzhou" userId="ac58cbe8-21e6-4f9f-99ab-59ef48b78c7d" providerId="ADAL" clId="{451A3CB8-43C7-4342-A696-F8E96584EDD7}" dt="2025-06-05T14:07:48.800" v="266" actId="20577"/>
        <pc:sldMkLst>
          <pc:docMk/>
          <pc:sldMk cId="898249345" sldId="284"/>
        </pc:sldMkLst>
      </pc:sldChg>
      <pc:sldChg chg="addSp delSp modSp add mod">
        <pc:chgData name="Li, Congzhou" userId="ac58cbe8-21e6-4f9f-99ab-59ef48b78c7d" providerId="ADAL" clId="{451A3CB8-43C7-4342-A696-F8E96584EDD7}" dt="2025-06-05T14:07:54.127" v="268" actId="20577"/>
        <pc:sldMkLst>
          <pc:docMk/>
          <pc:sldMk cId="4015738338" sldId="285"/>
        </pc:sldMkLst>
      </pc:sldChg>
      <pc:sldChg chg="addSp delSp modSp add mod ord">
        <pc:chgData name="Li, Congzhou" userId="ac58cbe8-21e6-4f9f-99ab-59ef48b78c7d" providerId="ADAL" clId="{451A3CB8-43C7-4342-A696-F8E96584EDD7}" dt="2025-06-05T14:10:27.717" v="277" actId="14100"/>
        <pc:sldMkLst>
          <pc:docMk/>
          <pc:sldMk cId="1283099553" sldId="286"/>
        </pc:sldMkLst>
      </pc:sldChg>
      <pc:sldChg chg="addSp delSp modSp add del mod">
        <pc:chgData name="Li, Congzhou" userId="ac58cbe8-21e6-4f9f-99ab-59ef48b78c7d" providerId="ADAL" clId="{451A3CB8-43C7-4342-A696-F8E96584EDD7}" dt="2025-06-05T14:04:40.160" v="258" actId="47"/>
        <pc:sldMkLst>
          <pc:docMk/>
          <pc:sldMk cId="477802361" sldId="287"/>
        </pc:sldMkLst>
      </pc:sldChg>
      <pc:sldChg chg="addSp delSp modSp add mod">
        <pc:chgData name="Li, Congzhou" userId="ac58cbe8-21e6-4f9f-99ab-59ef48b78c7d" providerId="ADAL" clId="{451A3CB8-43C7-4342-A696-F8E96584EDD7}" dt="2025-06-05T14:11:58.630" v="283" actId="1076"/>
        <pc:sldMkLst>
          <pc:docMk/>
          <pc:sldMk cId="1778551129" sldId="287"/>
        </pc:sldMkLst>
      </pc:sldChg>
    </pc:docChg>
  </pc:docChgLst>
  <pc:docChgLst>
    <pc:chgData name="Li, Congzhou" userId="ac58cbe8-21e6-4f9f-99ab-59ef48b78c7d" providerId="ADAL" clId="{A501F299-86AD-4242-AB26-BA068D967C2F}"/>
    <pc:docChg chg="undo custSel addSld delSld modSld sldOrd">
      <pc:chgData name="Li, Congzhou" userId="ac58cbe8-21e6-4f9f-99ab-59ef48b78c7d" providerId="ADAL" clId="{A501F299-86AD-4242-AB26-BA068D967C2F}" dt="2025-07-24T14:26:35.176" v="625" actId="20577"/>
      <pc:docMkLst>
        <pc:docMk/>
      </pc:docMkLst>
      <pc:sldChg chg="modSp mod ord">
        <pc:chgData name="Li, Congzhou" userId="ac58cbe8-21e6-4f9f-99ab-59ef48b78c7d" providerId="ADAL" clId="{A501F299-86AD-4242-AB26-BA068D967C2F}" dt="2025-07-23T22:35:39.012" v="196"/>
        <pc:sldMkLst>
          <pc:docMk/>
          <pc:sldMk cId="2604026519" sldId="266"/>
        </pc:sldMkLst>
        <pc:spChg chg="mod">
          <ac:chgData name="Li, Congzhou" userId="ac58cbe8-21e6-4f9f-99ab-59ef48b78c7d" providerId="ADAL" clId="{A501F299-86AD-4242-AB26-BA068D967C2F}" dt="2025-07-23T20:24:14.904" v="4" actId="255"/>
          <ac:spMkLst>
            <pc:docMk/>
            <pc:sldMk cId="2604026519" sldId="266"/>
            <ac:spMk id="2" creationId="{639CC955-4D90-43FB-1E94-B540C9584276}"/>
          </ac:spMkLst>
        </pc:spChg>
        <pc:spChg chg="mod">
          <ac:chgData name="Li, Congzhou" userId="ac58cbe8-21e6-4f9f-99ab-59ef48b78c7d" providerId="ADAL" clId="{A501F299-86AD-4242-AB26-BA068D967C2F}" dt="2025-07-23T20:25:30.916" v="58" actId="20577"/>
          <ac:spMkLst>
            <pc:docMk/>
            <pc:sldMk cId="2604026519" sldId="266"/>
            <ac:spMk id="4" creationId="{CA2BE46A-3991-35FB-C112-A4353A7C0055}"/>
          </ac:spMkLst>
        </pc:spChg>
      </pc:sldChg>
      <pc:sldChg chg="modSp mod">
        <pc:chgData name="Li, Congzhou" userId="ac58cbe8-21e6-4f9f-99ab-59ef48b78c7d" providerId="ADAL" clId="{A501F299-86AD-4242-AB26-BA068D967C2F}" dt="2025-07-23T22:45:32.343" v="261" actId="20577"/>
        <pc:sldMkLst>
          <pc:docMk/>
          <pc:sldMk cId="556897062" sldId="267"/>
        </pc:sldMkLst>
        <pc:spChg chg="mod">
          <ac:chgData name="Li, Congzhou" userId="ac58cbe8-21e6-4f9f-99ab-59ef48b78c7d" providerId="ADAL" clId="{A501F299-86AD-4242-AB26-BA068D967C2F}" dt="2025-07-23T22:45:32.343" v="261" actId="20577"/>
          <ac:spMkLst>
            <pc:docMk/>
            <pc:sldMk cId="556897062" sldId="267"/>
            <ac:spMk id="11" creationId="{F4F9319B-D246-C37D-A7E5-7CC09D3A9AF9}"/>
          </ac:spMkLst>
        </pc:spChg>
      </pc:sldChg>
      <pc:sldChg chg="modSp mod">
        <pc:chgData name="Li, Congzhou" userId="ac58cbe8-21e6-4f9f-99ab-59ef48b78c7d" providerId="ADAL" clId="{A501F299-86AD-4242-AB26-BA068D967C2F}" dt="2025-07-23T23:24:59.713" v="547" actId="20577"/>
        <pc:sldMkLst>
          <pc:docMk/>
          <pc:sldMk cId="4119699027" sldId="268"/>
        </pc:sldMkLst>
        <pc:spChg chg="mod">
          <ac:chgData name="Li, Congzhou" userId="ac58cbe8-21e6-4f9f-99ab-59ef48b78c7d" providerId="ADAL" clId="{A501F299-86AD-4242-AB26-BA068D967C2F}" dt="2025-07-23T23:24:59.713" v="547" actId="20577"/>
          <ac:spMkLst>
            <pc:docMk/>
            <pc:sldMk cId="4119699027" sldId="268"/>
            <ac:spMk id="3" creationId="{97DDF921-C0B4-94FA-2427-73BE41733477}"/>
          </ac:spMkLst>
        </pc:spChg>
      </pc:sldChg>
      <pc:sldChg chg="modSp mod">
        <pc:chgData name="Li, Congzhou" userId="ac58cbe8-21e6-4f9f-99ab-59ef48b78c7d" providerId="ADAL" clId="{A501F299-86AD-4242-AB26-BA068D967C2F}" dt="2025-07-23T23:26:55.207" v="575" actId="20577"/>
        <pc:sldMkLst>
          <pc:docMk/>
          <pc:sldMk cId="2168170149" sldId="269"/>
        </pc:sldMkLst>
        <pc:spChg chg="mod">
          <ac:chgData name="Li, Congzhou" userId="ac58cbe8-21e6-4f9f-99ab-59ef48b78c7d" providerId="ADAL" clId="{A501F299-86AD-4242-AB26-BA068D967C2F}" dt="2025-07-23T23:26:55.207" v="575" actId="20577"/>
          <ac:spMkLst>
            <pc:docMk/>
            <pc:sldMk cId="2168170149" sldId="269"/>
            <ac:spMk id="3" creationId="{F61C54BD-C359-181B-E778-75F61A78CFC2}"/>
          </ac:spMkLst>
        </pc:spChg>
      </pc:sldChg>
      <pc:sldChg chg="modSp mod">
        <pc:chgData name="Li, Congzhou" userId="ac58cbe8-21e6-4f9f-99ab-59ef48b78c7d" providerId="ADAL" clId="{A501F299-86AD-4242-AB26-BA068D967C2F}" dt="2025-07-24T14:25:52.423" v="589" actId="20577"/>
        <pc:sldMkLst>
          <pc:docMk/>
          <pc:sldMk cId="4267721500" sldId="278"/>
        </pc:sldMkLst>
        <pc:spChg chg="mod">
          <ac:chgData name="Li, Congzhou" userId="ac58cbe8-21e6-4f9f-99ab-59ef48b78c7d" providerId="ADAL" clId="{A501F299-86AD-4242-AB26-BA068D967C2F}" dt="2025-07-24T14:25:52.423" v="589" actId="20577"/>
          <ac:spMkLst>
            <pc:docMk/>
            <pc:sldMk cId="4267721500" sldId="278"/>
            <ac:spMk id="3" creationId="{5C739849-0128-4124-E588-21E2B1541DB5}"/>
          </ac:spMkLst>
        </pc:spChg>
      </pc:sldChg>
      <pc:sldChg chg="modSp mod">
        <pc:chgData name="Li, Congzhou" userId="ac58cbe8-21e6-4f9f-99ab-59ef48b78c7d" providerId="ADAL" clId="{A501F299-86AD-4242-AB26-BA068D967C2F}" dt="2025-07-23T23:10:30.122" v="451" actId="27636"/>
        <pc:sldMkLst>
          <pc:docMk/>
          <pc:sldMk cId="3492330858" sldId="289"/>
        </pc:sldMkLst>
        <pc:spChg chg="mod">
          <ac:chgData name="Li, Congzhou" userId="ac58cbe8-21e6-4f9f-99ab-59ef48b78c7d" providerId="ADAL" clId="{A501F299-86AD-4242-AB26-BA068D967C2F}" dt="2025-07-23T23:07:40.950" v="393" actId="20577"/>
          <ac:spMkLst>
            <pc:docMk/>
            <pc:sldMk cId="3492330858" sldId="289"/>
            <ac:spMk id="2" creationId="{CC266683-3C80-738A-76A8-4376B97F218F}"/>
          </ac:spMkLst>
        </pc:spChg>
        <pc:spChg chg="mod">
          <ac:chgData name="Li, Congzhou" userId="ac58cbe8-21e6-4f9f-99ab-59ef48b78c7d" providerId="ADAL" clId="{A501F299-86AD-4242-AB26-BA068D967C2F}" dt="2025-07-23T23:10:30.122" v="451" actId="27636"/>
          <ac:spMkLst>
            <pc:docMk/>
            <pc:sldMk cId="3492330858" sldId="289"/>
            <ac:spMk id="3" creationId="{0006DF97-8205-5A1A-9981-CB43D4841033}"/>
          </ac:spMkLst>
        </pc:spChg>
      </pc:sldChg>
      <pc:sldChg chg="del">
        <pc:chgData name="Li, Congzhou" userId="ac58cbe8-21e6-4f9f-99ab-59ef48b78c7d" providerId="ADAL" clId="{A501F299-86AD-4242-AB26-BA068D967C2F}" dt="2025-07-23T22:52:02.862" v="274" actId="47"/>
        <pc:sldMkLst>
          <pc:docMk/>
          <pc:sldMk cId="2786768717" sldId="290"/>
        </pc:sldMkLst>
      </pc:sldChg>
      <pc:sldChg chg="del">
        <pc:chgData name="Li, Congzhou" userId="ac58cbe8-21e6-4f9f-99ab-59ef48b78c7d" providerId="ADAL" clId="{A501F299-86AD-4242-AB26-BA068D967C2F}" dt="2025-07-23T22:52:06.265" v="275" actId="47"/>
        <pc:sldMkLst>
          <pc:docMk/>
          <pc:sldMk cId="2054387296" sldId="291"/>
        </pc:sldMkLst>
      </pc:sldChg>
      <pc:sldChg chg="modSp add mod ord">
        <pc:chgData name="Li, Congzhou" userId="ac58cbe8-21e6-4f9f-99ab-59ef48b78c7d" providerId="ADAL" clId="{A501F299-86AD-4242-AB26-BA068D967C2F}" dt="2025-07-23T22:30:57.309" v="186" actId="14100"/>
        <pc:sldMkLst>
          <pc:docMk/>
          <pc:sldMk cId="1415656256" sldId="306"/>
        </pc:sldMkLst>
        <pc:spChg chg="mod">
          <ac:chgData name="Li, Congzhou" userId="ac58cbe8-21e6-4f9f-99ab-59ef48b78c7d" providerId="ADAL" clId="{A501F299-86AD-4242-AB26-BA068D967C2F}" dt="2025-07-23T22:30:57.309" v="186" actId="14100"/>
          <ac:spMkLst>
            <pc:docMk/>
            <pc:sldMk cId="1415656256" sldId="306"/>
            <ac:spMk id="11" creationId="{15B64CAC-2AD2-2BE9-E85C-93FE864CC4AB}"/>
          </ac:spMkLst>
        </pc:spChg>
      </pc:sldChg>
      <pc:sldChg chg="modSp add mod">
        <pc:chgData name="Li, Congzhou" userId="ac58cbe8-21e6-4f9f-99ab-59ef48b78c7d" providerId="ADAL" clId="{A501F299-86AD-4242-AB26-BA068D967C2F}" dt="2025-07-23T22:33:22.528" v="194" actId="20577"/>
        <pc:sldMkLst>
          <pc:docMk/>
          <pc:sldMk cId="3890626550" sldId="307"/>
        </pc:sldMkLst>
        <pc:spChg chg="mod">
          <ac:chgData name="Li, Congzhou" userId="ac58cbe8-21e6-4f9f-99ab-59ef48b78c7d" providerId="ADAL" clId="{A501F299-86AD-4242-AB26-BA068D967C2F}" dt="2025-07-23T22:33:22.528" v="194" actId="20577"/>
          <ac:spMkLst>
            <pc:docMk/>
            <pc:sldMk cId="3890626550" sldId="307"/>
            <ac:spMk id="11" creationId="{B3D5DB15-72D4-01DF-2A3E-09751957CB45}"/>
          </ac:spMkLst>
        </pc:spChg>
      </pc:sldChg>
      <pc:sldChg chg="addSp delSp modSp add mod">
        <pc:chgData name="Li, Congzhou" userId="ac58cbe8-21e6-4f9f-99ab-59ef48b78c7d" providerId="ADAL" clId="{A501F299-86AD-4242-AB26-BA068D967C2F}" dt="2025-07-23T21:03:25.883" v="177" actId="1076"/>
        <pc:sldMkLst>
          <pc:docMk/>
          <pc:sldMk cId="3423968199" sldId="308"/>
        </pc:sldMkLst>
        <pc:spChg chg="add del mod">
          <ac:chgData name="Li, Congzhou" userId="ac58cbe8-21e6-4f9f-99ab-59ef48b78c7d" providerId="ADAL" clId="{A501F299-86AD-4242-AB26-BA068D967C2F}" dt="2025-07-23T21:00:37.074" v="157" actId="21"/>
          <ac:spMkLst>
            <pc:docMk/>
            <pc:sldMk cId="3423968199" sldId="308"/>
            <ac:spMk id="3" creationId="{167793CC-B467-BB09-AAF7-27F4E4002D98}"/>
          </ac:spMkLst>
        </pc:spChg>
        <pc:spChg chg="add mod">
          <ac:chgData name="Li, Congzhou" userId="ac58cbe8-21e6-4f9f-99ab-59ef48b78c7d" providerId="ADAL" clId="{A501F299-86AD-4242-AB26-BA068D967C2F}" dt="2025-07-23T21:01:15.831" v="158"/>
          <ac:spMkLst>
            <pc:docMk/>
            <pc:sldMk cId="3423968199" sldId="308"/>
            <ac:spMk id="5" creationId="{3287D260-AA3C-D2AE-6139-C9696190744A}"/>
          </ac:spMkLst>
        </pc:spChg>
        <pc:spChg chg="mod">
          <ac:chgData name="Li, Congzhou" userId="ac58cbe8-21e6-4f9f-99ab-59ef48b78c7d" providerId="ADAL" clId="{A501F299-86AD-4242-AB26-BA068D967C2F}" dt="2025-07-23T21:03:25.883" v="177" actId="1076"/>
          <ac:spMkLst>
            <pc:docMk/>
            <pc:sldMk cId="3423968199" sldId="308"/>
            <ac:spMk id="10" creationId="{8FC5F174-CC13-8564-0DC4-074CD7FF5051}"/>
          </ac:spMkLst>
        </pc:spChg>
        <pc:spChg chg="mod">
          <ac:chgData name="Li, Congzhou" userId="ac58cbe8-21e6-4f9f-99ab-59ef48b78c7d" providerId="ADAL" clId="{A501F299-86AD-4242-AB26-BA068D967C2F}" dt="2025-07-23T21:01:34.589" v="160" actId="21"/>
          <ac:spMkLst>
            <pc:docMk/>
            <pc:sldMk cId="3423968199" sldId="308"/>
            <ac:spMk id="11" creationId="{E9DD5048-FA50-FA9F-D285-C209090277F4}"/>
          </ac:spMkLst>
        </pc:spChg>
        <pc:graphicFrameChg chg="add del mod">
          <ac:chgData name="Li, Congzhou" userId="ac58cbe8-21e6-4f9f-99ab-59ef48b78c7d" providerId="ADAL" clId="{A501F299-86AD-4242-AB26-BA068D967C2F}" dt="2025-07-23T21:00:37.074" v="157" actId="21"/>
          <ac:graphicFrameMkLst>
            <pc:docMk/>
            <pc:sldMk cId="3423968199" sldId="308"/>
            <ac:graphicFrameMk id="2" creationId="{0FF8DE9F-CE4D-5CA2-745A-850FBD8E8A0F}"/>
          </ac:graphicFrameMkLst>
        </pc:graphicFrameChg>
        <pc:graphicFrameChg chg="add mod modGraphic">
          <ac:chgData name="Li, Congzhou" userId="ac58cbe8-21e6-4f9f-99ab-59ef48b78c7d" providerId="ADAL" clId="{A501F299-86AD-4242-AB26-BA068D967C2F}" dt="2025-07-23T21:02:24.423" v="174" actId="14100"/>
          <ac:graphicFrameMkLst>
            <pc:docMk/>
            <pc:sldMk cId="3423968199" sldId="308"/>
            <ac:graphicFrameMk id="4" creationId="{FA972F15-CC68-CB9A-A5D2-58F8194699D9}"/>
          </ac:graphicFrameMkLst>
        </pc:graphicFrameChg>
      </pc:sldChg>
      <pc:sldChg chg="addSp delSp modSp add mod">
        <pc:chgData name="Li, Congzhou" userId="ac58cbe8-21e6-4f9f-99ab-59ef48b78c7d" providerId="ADAL" clId="{A501F299-86AD-4242-AB26-BA068D967C2F}" dt="2025-07-23T23:02:12.535" v="300" actId="14100"/>
        <pc:sldMkLst>
          <pc:docMk/>
          <pc:sldMk cId="1300848835" sldId="637"/>
        </pc:sldMkLst>
        <pc:spChg chg="del">
          <ac:chgData name="Li, Congzhou" userId="ac58cbe8-21e6-4f9f-99ab-59ef48b78c7d" providerId="ADAL" clId="{A501F299-86AD-4242-AB26-BA068D967C2F}" dt="2025-07-23T22:48:47.836" v="263" actId="478"/>
          <ac:spMkLst>
            <pc:docMk/>
            <pc:sldMk cId="1300848835" sldId="637"/>
            <ac:spMk id="4" creationId="{00000000-0000-0000-0000-000000000000}"/>
          </ac:spMkLst>
        </pc:spChg>
        <pc:spChg chg="add del mod">
          <ac:chgData name="Li, Congzhou" userId="ac58cbe8-21e6-4f9f-99ab-59ef48b78c7d" providerId="ADAL" clId="{A501F299-86AD-4242-AB26-BA068D967C2F}" dt="2025-07-23T22:48:54.402" v="265" actId="478"/>
          <ac:spMkLst>
            <pc:docMk/>
            <pc:sldMk cId="1300848835" sldId="637"/>
            <ac:spMk id="5" creationId="{D565B10C-B748-E9D4-7877-6A4A3C024FDF}"/>
          </ac:spMkLst>
        </pc:spChg>
        <pc:spChg chg="add mod">
          <ac:chgData name="Li, Congzhou" userId="ac58cbe8-21e6-4f9f-99ab-59ef48b78c7d" providerId="ADAL" clId="{A501F299-86AD-4242-AB26-BA068D967C2F}" dt="2025-07-23T22:48:47.978" v="264"/>
          <ac:spMkLst>
            <pc:docMk/>
            <pc:sldMk cId="1300848835" sldId="637"/>
            <ac:spMk id="6" creationId="{501652B9-B644-401F-B798-C0696FAA5B63}"/>
          </ac:spMkLst>
        </pc:spChg>
        <pc:spChg chg="mod">
          <ac:chgData name="Li, Congzhou" userId="ac58cbe8-21e6-4f9f-99ab-59ef48b78c7d" providerId="ADAL" clId="{A501F299-86AD-4242-AB26-BA068D967C2F}" dt="2025-07-23T23:02:12.535" v="300" actId="14100"/>
          <ac:spMkLst>
            <pc:docMk/>
            <pc:sldMk cId="1300848835" sldId="637"/>
            <ac:spMk id="7" creationId="{0521C6D7-B8E4-0FA2-D360-7B72DB7ADDFD}"/>
          </ac:spMkLst>
        </pc:spChg>
      </pc:sldChg>
      <pc:sldChg chg="modSp mod">
        <pc:chgData name="Li, Congzhou" userId="ac58cbe8-21e6-4f9f-99ab-59ef48b78c7d" providerId="ADAL" clId="{A501F299-86AD-4242-AB26-BA068D967C2F}" dt="2025-07-24T14:25:59.552" v="597" actId="20577"/>
        <pc:sldMkLst>
          <pc:docMk/>
          <pc:sldMk cId="3166585921" sldId="640"/>
        </pc:sldMkLst>
        <pc:spChg chg="mod">
          <ac:chgData name="Li, Congzhou" userId="ac58cbe8-21e6-4f9f-99ab-59ef48b78c7d" providerId="ADAL" clId="{A501F299-86AD-4242-AB26-BA068D967C2F}" dt="2025-07-24T14:25:59.552" v="597" actId="20577"/>
          <ac:spMkLst>
            <pc:docMk/>
            <pc:sldMk cId="3166585921" sldId="640"/>
            <ac:spMk id="3" creationId="{2EA43F09-BCB7-6AAA-9177-FBC1C777B530}"/>
          </ac:spMkLst>
        </pc:spChg>
      </pc:sldChg>
      <pc:sldChg chg="modSp mod">
        <pc:chgData name="Li, Congzhou" userId="ac58cbe8-21e6-4f9f-99ab-59ef48b78c7d" providerId="ADAL" clId="{A501F299-86AD-4242-AB26-BA068D967C2F}" dt="2025-07-24T14:26:11.053" v="605" actId="20577"/>
        <pc:sldMkLst>
          <pc:docMk/>
          <pc:sldMk cId="2401590883" sldId="641"/>
        </pc:sldMkLst>
        <pc:spChg chg="mod">
          <ac:chgData name="Li, Congzhou" userId="ac58cbe8-21e6-4f9f-99ab-59ef48b78c7d" providerId="ADAL" clId="{A501F299-86AD-4242-AB26-BA068D967C2F}" dt="2025-07-24T14:26:11.053" v="605" actId="20577"/>
          <ac:spMkLst>
            <pc:docMk/>
            <pc:sldMk cId="2401590883" sldId="641"/>
            <ac:spMk id="3" creationId="{EB940549-7A9E-90A7-48AD-D62283F74A72}"/>
          </ac:spMkLst>
        </pc:spChg>
      </pc:sldChg>
      <pc:sldChg chg="modSp mod">
        <pc:chgData name="Li, Congzhou" userId="ac58cbe8-21e6-4f9f-99ab-59ef48b78c7d" providerId="ADAL" clId="{A501F299-86AD-4242-AB26-BA068D967C2F}" dt="2025-07-24T14:26:23.497" v="617" actId="20577"/>
        <pc:sldMkLst>
          <pc:docMk/>
          <pc:sldMk cId="3300003926" sldId="642"/>
        </pc:sldMkLst>
        <pc:spChg chg="mod">
          <ac:chgData name="Li, Congzhou" userId="ac58cbe8-21e6-4f9f-99ab-59ef48b78c7d" providerId="ADAL" clId="{A501F299-86AD-4242-AB26-BA068D967C2F}" dt="2025-07-24T14:26:23.497" v="617" actId="20577"/>
          <ac:spMkLst>
            <pc:docMk/>
            <pc:sldMk cId="3300003926" sldId="642"/>
            <ac:spMk id="3" creationId="{DAC792A8-E6FE-C454-1E2C-7A368349B93E}"/>
          </ac:spMkLst>
        </pc:spChg>
      </pc:sldChg>
      <pc:sldChg chg="modSp mod">
        <pc:chgData name="Li, Congzhou" userId="ac58cbe8-21e6-4f9f-99ab-59ef48b78c7d" providerId="ADAL" clId="{A501F299-86AD-4242-AB26-BA068D967C2F}" dt="2025-07-24T14:26:35.176" v="625" actId="20577"/>
        <pc:sldMkLst>
          <pc:docMk/>
          <pc:sldMk cId="521329493" sldId="643"/>
        </pc:sldMkLst>
        <pc:spChg chg="mod">
          <ac:chgData name="Li, Congzhou" userId="ac58cbe8-21e6-4f9f-99ab-59ef48b78c7d" providerId="ADAL" clId="{A501F299-86AD-4242-AB26-BA068D967C2F}" dt="2025-07-24T14:26:35.176" v="625" actId="20577"/>
          <ac:spMkLst>
            <pc:docMk/>
            <pc:sldMk cId="521329493" sldId="643"/>
            <ac:spMk id="3" creationId="{2435FA81-B389-2BF3-C2EB-56AFDE703F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6A3F-6E89-D194-3E4C-0B773A0F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C955-4D90-43FB-1E94-B540C9584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2440" y="1310046"/>
            <a:ext cx="9688880" cy="1678961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Using Distributed Reinforcement Learning for</a:t>
            </a:r>
            <a:br>
              <a:rPr lang="en-US" altLang="zh-CN" sz="3600" dirty="0"/>
            </a:br>
            <a:r>
              <a:rPr lang="en-US" altLang="zh-CN" sz="3600" dirty="0"/>
              <a:t>Resource Orchestration in a Network</a:t>
            </a:r>
            <a:br>
              <a:rPr lang="en-US" altLang="zh-CN" sz="3600" dirty="0"/>
            </a:br>
            <a:r>
              <a:rPr lang="en-US" altLang="zh-CN" sz="3600" dirty="0"/>
              <a:t>Slicing Scenario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BE46A-3991-35FB-C112-A4353A7C0055}"/>
              </a:ext>
            </a:extLst>
          </p:cNvPr>
          <p:cNvSpPr txBox="1"/>
          <p:nvPr/>
        </p:nvSpPr>
        <p:spPr>
          <a:xfrm>
            <a:off x="2091446" y="4817903"/>
            <a:ext cx="5213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dirty="0"/>
              <a:t>Federico Mason , Gianfranco Nencioni ,</a:t>
            </a:r>
            <a:r>
              <a:rPr lang="en-US" altLang="zh-CN" dirty="0"/>
              <a:t>and Andrea Zanella, </a:t>
            </a:r>
            <a:r>
              <a:rPr lang="en-US" altLang="zh-CN" sz="1800" b="0" i="0" u="none" strike="noStrike" baseline="0" dirty="0">
                <a:latin typeface="NimbusRomNo9L-Regu"/>
              </a:rPr>
              <a:t>(IEEE/ACM Transaction on Networking 2023)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402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EB6B1-A723-D9A7-B680-CC0CD35F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5473E36B-0ACC-E86C-E022-69633B1C32F3}"/>
              </a:ext>
            </a:extLst>
          </p:cNvPr>
          <p:cNvSpPr txBox="1">
            <a:spLocks/>
          </p:cNvSpPr>
          <p:nvPr/>
        </p:nvSpPr>
        <p:spPr>
          <a:xfrm>
            <a:off x="130968" y="11260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endParaRPr lang="en-US" altLang="zh-CN" sz="2400" dirty="0">
              <a:latin typeface="NimbusRomNo9L-Medi"/>
            </a:endParaRPr>
          </a:p>
          <a:p>
            <a:pPr algn="l"/>
            <a:endParaRPr lang="en-US" altLang="zh-CN" sz="2400" b="0" i="0" u="none" strike="noStrike" baseline="0" dirty="0">
              <a:latin typeface="NimbusRomNo9L-Med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91F71F-A2E8-01FA-1F6C-616E5FF10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8" y="14681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/>
              <a:t>Background</a:t>
            </a:r>
            <a:endParaRPr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5B64CAC-2AD2-2BE9-E85C-93FE864CC4AB}"/>
              </a:ext>
            </a:extLst>
          </p:cNvPr>
          <p:cNvSpPr txBox="1">
            <a:spLocks/>
          </p:cNvSpPr>
          <p:nvPr/>
        </p:nvSpPr>
        <p:spPr>
          <a:xfrm>
            <a:off x="283368" y="1278466"/>
            <a:ext cx="8729664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r>
              <a:rPr lang="en-US" altLang="zh-CN" sz="3200" b="0" i="0" u="none" strike="noStrike" baseline="0" dirty="0">
                <a:latin typeface="NimbusRomNo9L-Medi"/>
              </a:rPr>
              <a:t>Distributed Machine Learning:</a:t>
            </a:r>
          </a:p>
          <a:p>
            <a:pPr marL="109728" indent="0" algn="l">
              <a:buNone/>
            </a:pPr>
            <a:endParaRPr lang="en-US" altLang="zh-CN" sz="2800" dirty="0">
              <a:latin typeface="NimbusRomNo9L-Medi"/>
            </a:endParaRPr>
          </a:p>
          <a:p>
            <a:r>
              <a:rPr lang="en-US" altLang="zh-CN" dirty="0"/>
              <a:t>A broader category of decentralized learning where data can be stored and processed across multiple nodes, including cloud servers, data centers, or distributed networks. </a:t>
            </a:r>
          </a:p>
          <a:p>
            <a:endParaRPr lang="en-US" altLang="zh-CN" sz="2800" dirty="0">
              <a:latin typeface="NimbusRomNo9L-Regu"/>
            </a:endParaRPr>
          </a:p>
          <a:p>
            <a:r>
              <a:rPr lang="en-US" altLang="zh-CN" dirty="0"/>
              <a:t>Focus on scaling large datasets and computational processes across multiple machines to enhance processing power and reduce training time</a:t>
            </a:r>
            <a:endParaRPr lang="en-US" altLang="zh-CN" sz="2400" b="0" i="0" u="none" strike="noStrike" baseline="0" dirty="0">
              <a:latin typeface="NimbusRomNo9L-Medi"/>
            </a:endParaRPr>
          </a:p>
        </p:txBody>
      </p:sp>
    </p:spTree>
    <p:extLst>
      <p:ext uri="{BB962C8B-B14F-4D97-AF65-F5344CB8AC3E}">
        <p14:creationId xmlns:p14="http://schemas.microsoft.com/office/powerpoint/2010/main" val="141565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5972-B84C-E9AE-F609-B1117127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58F54BF3-4292-03E9-4FC6-39BCAD29B83C}"/>
              </a:ext>
            </a:extLst>
          </p:cNvPr>
          <p:cNvSpPr txBox="1">
            <a:spLocks/>
          </p:cNvSpPr>
          <p:nvPr/>
        </p:nvSpPr>
        <p:spPr>
          <a:xfrm>
            <a:off x="130968" y="11260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endParaRPr lang="en-US" altLang="zh-CN" sz="2400" dirty="0">
              <a:latin typeface="NimbusRomNo9L-Medi"/>
            </a:endParaRPr>
          </a:p>
          <a:p>
            <a:pPr algn="l"/>
            <a:endParaRPr lang="en-US" altLang="zh-CN" sz="2400" b="0" i="0" u="none" strike="noStrike" baseline="0" dirty="0">
              <a:latin typeface="NimbusRomNo9L-Med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AC9466A-CC5F-6E82-0BA3-03CA4D7B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8" y="14681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/>
              <a:t>Background</a:t>
            </a:r>
            <a:endParaRPr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3D5DB15-72D4-01DF-2A3E-09751957CB45}"/>
              </a:ext>
            </a:extLst>
          </p:cNvPr>
          <p:cNvSpPr txBox="1">
            <a:spLocks/>
          </p:cNvSpPr>
          <p:nvPr/>
        </p:nvSpPr>
        <p:spPr>
          <a:xfrm>
            <a:off x="283368" y="12784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r>
              <a:rPr lang="en-US" altLang="zh-CN" sz="3200" b="0" i="0" u="none" strike="noStrike" baseline="0" dirty="0">
                <a:latin typeface="NimbusRomNo9L-Medi"/>
              </a:rPr>
              <a:t>Federated Learning:</a:t>
            </a:r>
          </a:p>
          <a:p>
            <a:pPr marL="109728" indent="0" algn="l">
              <a:buNone/>
            </a:pPr>
            <a:endParaRPr lang="en-US" altLang="zh-CN" sz="2800" dirty="0">
              <a:latin typeface="NimbusRomNo9L-Medi"/>
            </a:endParaRPr>
          </a:p>
          <a:p>
            <a:r>
              <a:rPr lang="en-US" altLang="zh-CN" dirty="0"/>
              <a:t>A decentralized machine learning technique where the training data remains on edge devices</a:t>
            </a:r>
            <a:r>
              <a:rPr lang="en-US" altLang="zh-CN" sz="2800" b="0" i="0" u="none" strike="noStrike" baseline="0" dirty="0">
                <a:latin typeface="NimbusRomNo9L-Regu"/>
              </a:rPr>
              <a:t>.</a:t>
            </a:r>
          </a:p>
          <a:p>
            <a:pPr algn="l"/>
            <a:endParaRPr lang="en-US" altLang="zh-CN" sz="2800" dirty="0">
              <a:latin typeface="NimbusRomNo9L-Regu"/>
            </a:endParaRPr>
          </a:p>
          <a:p>
            <a:r>
              <a:rPr lang="en-US" altLang="zh-CN" dirty="0"/>
              <a:t>Instead of moving data, FL brings the model to the data. The model is trained locally, and only the updated model parameters (not the raw data) are sent back to a central server where they are aggregated to improve the global model.</a:t>
            </a:r>
            <a:endParaRPr lang="en-US" altLang="zh-CN" sz="2400" b="0" i="0" u="none" strike="noStrike" baseline="0" dirty="0">
              <a:latin typeface="NimbusRomNo9L-Medi"/>
            </a:endParaRPr>
          </a:p>
        </p:txBody>
      </p:sp>
    </p:spTree>
    <p:extLst>
      <p:ext uri="{BB962C8B-B14F-4D97-AF65-F5344CB8AC3E}">
        <p14:creationId xmlns:p14="http://schemas.microsoft.com/office/powerpoint/2010/main" val="389062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72C5-9024-6884-3223-59E5322A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D72AE10-AABD-9DB8-53B4-E9DC190F8DF9}"/>
              </a:ext>
            </a:extLst>
          </p:cNvPr>
          <p:cNvSpPr txBox="1">
            <a:spLocks/>
          </p:cNvSpPr>
          <p:nvPr/>
        </p:nvSpPr>
        <p:spPr>
          <a:xfrm>
            <a:off x="130968" y="11260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endParaRPr lang="en-US" altLang="zh-CN" sz="2400" dirty="0">
              <a:latin typeface="NimbusRomNo9L-Medi"/>
            </a:endParaRPr>
          </a:p>
          <a:p>
            <a:pPr algn="l"/>
            <a:endParaRPr lang="en-US" altLang="zh-CN" sz="2400" b="0" i="0" u="none" strike="noStrike" baseline="0" dirty="0">
              <a:latin typeface="NimbusRomNo9L-Med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C5F174-CC13-8564-0DC4-074CD7FF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2" y="100780"/>
            <a:ext cx="91440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latin typeface="NimbusRomNo9L-Medi"/>
              </a:rPr>
              <a:t>Distributed Machine Learning vs Federated Learning:</a:t>
            </a:r>
            <a:br>
              <a:rPr lang="en-US" altLang="zh-CN" dirty="0">
                <a:latin typeface="NimbusRomNo9L-Medi"/>
              </a:rPr>
            </a:br>
            <a:endParaRPr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9DD5048-FA50-FA9F-D285-C209090277F4}"/>
              </a:ext>
            </a:extLst>
          </p:cNvPr>
          <p:cNvSpPr txBox="1">
            <a:spLocks/>
          </p:cNvSpPr>
          <p:nvPr/>
        </p:nvSpPr>
        <p:spPr>
          <a:xfrm>
            <a:off x="283368" y="12784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endParaRPr lang="en-US" altLang="zh-CN" sz="2800" dirty="0">
              <a:latin typeface="NimbusRomNo9L-Med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A972F15-CC68-CB9A-A5D2-58F819469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7267"/>
              </p:ext>
            </p:extLst>
          </p:nvPr>
        </p:nvGraphicFramePr>
        <p:xfrm>
          <a:off x="353961" y="1160751"/>
          <a:ext cx="8790039" cy="5616841"/>
        </p:xfrm>
        <a:graphic>
          <a:graphicData uri="http://schemas.openxmlformats.org/drawingml/2006/table">
            <a:tbl>
              <a:tblPr/>
              <a:tblGrid>
                <a:gridCol w="2930013">
                  <a:extLst>
                    <a:ext uri="{9D8B030D-6E8A-4147-A177-3AD203B41FA5}">
                      <a16:colId xmlns:a16="http://schemas.microsoft.com/office/drawing/2014/main" val="2818218872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1793594874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4208275060"/>
                    </a:ext>
                  </a:extLst>
                </a:gridCol>
              </a:tblGrid>
              <a:tr h="462332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Distributed Learning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Federated Learning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830786"/>
                  </a:ext>
                </a:extLst>
              </a:tr>
              <a:tr h="895153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Location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Centralized or distributed with shared access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Decentralized, residing on devices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784436"/>
                  </a:ext>
                </a:extLst>
              </a:tr>
              <a:tr h="462332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Privacy Focus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Lower priority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 priority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399473"/>
                  </a:ext>
                </a:extLst>
              </a:tr>
              <a:tr h="678743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Sharing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is shared directly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Only model updates are shared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841466"/>
                  </a:ext>
                </a:extLst>
              </a:tr>
              <a:tr h="895153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Typical Use Cases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Large-scale cloud-based models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On-device AI, privacy-preserving applications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314891"/>
                  </a:ext>
                </a:extLst>
              </a:tr>
              <a:tr h="1111564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Advantages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Improved training speed and scalability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Enhanced data privacy, improved bandwidth efficiency, greater scalability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381447"/>
                  </a:ext>
                </a:extLst>
              </a:tr>
              <a:tr h="1111564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Challenges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Potential privacy concerns, reliance on centralized data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Communication overhead, data heterogeneity, security/privacy risks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95250" marB="9525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22874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3287D260-AA3C-D2AE-6139-C96961907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16875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96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A896-6028-6681-30B2-FDE8A88D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CF6BB07F-7064-9FDD-EBD1-A2124CA5A5F4}"/>
              </a:ext>
            </a:extLst>
          </p:cNvPr>
          <p:cNvSpPr txBox="1">
            <a:spLocks/>
          </p:cNvSpPr>
          <p:nvPr/>
        </p:nvSpPr>
        <p:spPr>
          <a:xfrm>
            <a:off x="130968" y="11260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endParaRPr lang="en-US" altLang="zh-CN" sz="2400" dirty="0">
              <a:latin typeface="NimbusRomNo9L-Medi"/>
            </a:endParaRPr>
          </a:p>
          <a:p>
            <a:pPr algn="l"/>
            <a:endParaRPr lang="en-US" altLang="zh-CN" sz="2400" b="0" i="0" u="none" strike="noStrike" baseline="0" dirty="0">
              <a:latin typeface="NimbusRomNo9L-Med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A307B1-F687-9DD0-64CB-CD12EE0B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8" y="14681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/>
              <a:t>Background</a:t>
            </a:r>
            <a:endParaRPr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4F9319B-D246-C37D-A7E5-7CC09D3A9AF9}"/>
              </a:ext>
            </a:extLst>
          </p:cNvPr>
          <p:cNvSpPr txBox="1">
            <a:spLocks/>
          </p:cNvSpPr>
          <p:nvPr/>
        </p:nvSpPr>
        <p:spPr>
          <a:xfrm>
            <a:off x="283368" y="1278466"/>
            <a:ext cx="8955610" cy="546444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l">
              <a:buNone/>
            </a:pPr>
            <a:r>
              <a:rPr lang="en-US" altLang="zh-CN" sz="2800" b="0" i="0" u="none" strike="noStrike" baseline="0" dirty="0">
                <a:latin typeface="NimbusRomNo9L-Medi"/>
              </a:rPr>
              <a:t>3 main service classes of 5G and beyond:</a:t>
            </a:r>
          </a:p>
          <a:p>
            <a:pPr marL="109728" indent="0" algn="l">
              <a:buNone/>
            </a:pPr>
            <a:endParaRPr lang="en-US" altLang="zh-CN" sz="2800" dirty="0">
              <a:latin typeface="NimbusRomNo9L-Medi"/>
            </a:endParaRPr>
          </a:p>
          <a:p>
            <a:r>
              <a:rPr lang="en-US" altLang="zh-CN" dirty="0" err="1"/>
              <a:t>eMBB</a:t>
            </a:r>
            <a:r>
              <a:rPr lang="en-US" altLang="zh-CN" dirty="0"/>
              <a:t>: enhanced Mobile Broad Band.</a:t>
            </a:r>
          </a:p>
          <a:p>
            <a:endParaRPr lang="en-US" altLang="zh-CN" sz="2800" dirty="0">
              <a:latin typeface="NimbusRomNo9L-Regu"/>
            </a:endParaRPr>
          </a:p>
          <a:p>
            <a:r>
              <a:rPr lang="en-US" altLang="zh-CN" dirty="0"/>
              <a:t>URLLC: Ultra Reliable Low Latency Communication.</a:t>
            </a:r>
          </a:p>
          <a:p>
            <a:endParaRPr lang="en-US" altLang="zh-CN" dirty="0"/>
          </a:p>
          <a:p>
            <a:r>
              <a:rPr lang="en-US" altLang="zh-CN" dirty="0" err="1"/>
              <a:t>mMTC</a:t>
            </a:r>
            <a:r>
              <a:rPr lang="en-US" altLang="zh-CN" dirty="0"/>
              <a:t>: massive Machine Type Communication</a:t>
            </a:r>
            <a:endParaRPr lang="en-US" altLang="zh-CN" sz="2800" b="0" i="0" u="none" strike="noStrike" baseline="0" dirty="0">
              <a:latin typeface="NimbusRomNo9L-Regu"/>
            </a:endParaRPr>
          </a:p>
        </p:txBody>
      </p:sp>
    </p:spTree>
    <p:extLst>
      <p:ext uri="{BB962C8B-B14F-4D97-AF65-F5344CB8AC3E}">
        <p14:creationId xmlns:p14="http://schemas.microsoft.com/office/powerpoint/2010/main" val="55689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</a:t>
            </a:fld>
            <a:endParaRPr kumimoji="0"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521C6D7-B8E4-0FA2-D360-7B72DB7ADDFD}"/>
              </a:ext>
            </a:extLst>
          </p:cNvPr>
          <p:cNvSpPr txBox="1">
            <a:spLocks/>
          </p:cNvSpPr>
          <p:nvPr/>
        </p:nvSpPr>
        <p:spPr>
          <a:xfrm>
            <a:off x="422095" y="1228045"/>
            <a:ext cx="8407274" cy="3035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Tx/>
              <a:buSzPct val="75000"/>
              <a:buFont typeface="Wingdings" pitchFamily="2" charset="2"/>
              <a:buChar char="Ø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Tx/>
              <a:buSzPct val="100000"/>
              <a:buFont typeface="Lucida Sans Unicode" pitchFamily="34" charset="0"/>
              <a:buChar char="–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Tx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Tx/>
              <a:buFont typeface="Lucida Sans Unicode" pitchFamily="34" charset="0"/>
              <a:buChar char="–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/>
            <a:r>
              <a:rPr lang="en-US" altLang="zh-CN" dirty="0"/>
              <a:t>Network Slicing for 5G:</a:t>
            </a:r>
          </a:p>
          <a:p>
            <a:pPr marL="109728" indent="0" fontAlgn="auto">
              <a:buNone/>
            </a:pPr>
            <a:r>
              <a:rPr lang="en-US" altLang="zh-CN" dirty="0"/>
              <a:t>Virtualization technologies can be employed to divide the network resources for different service classes.</a:t>
            </a:r>
          </a:p>
          <a:p>
            <a:pPr marL="109728" indent="0" fontAlgn="auto">
              <a:buNone/>
            </a:pPr>
            <a:endParaRPr lang="en-US" altLang="zh-CN" dirty="0"/>
          </a:p>
          <a:p>
            <a:pPr marL="109728" indent="0" fontAlgn="auto">
              <a:buNone/>
            </a:pPr>
            <a:endParaRPr lang="en-US" altLang="zh-CN" dirty="0"/>
          </a:p>
          <a:p>
            <a:pPr fontAlgn="auto"/>
            <a:endParaRPr lang="en-US" altLang="zh-CN" dirty="0"/>
          </a:p>
          <a:p>
            <a:pPr fontAlgn="auto"/>
            <a:endParaRPr lang="en-US" sz="17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A73D8E5-02EB-A101-E8FC-30C58DF26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410" y="2745945"/>
            <a:ext cx="6032045" cy="33161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1652B9-B644-401F-B798-C0696FAA5B63}"/>
              </a:ext>
            </a:extLst>
          </p:cNvPr>
          <p:cNvSpPr txBox="1">
            <a:spLocks/>
          </p:cNvSpPr>
          <p:nvPr/>
        </p:nvSpPr>
        <p:spPr>
          <a:xfrm>
            <a:off x="219458" y="14681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/>
              <a:t>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48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52FB-AB9F-6D3E-6160-4971800A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6683-3C80-738A-76A8-4376B97F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8480323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Motivation: challenge of dynamic network slice allocation problem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F97-8205-5A1A-9981-CB43D4841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8" y="160323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Two slice classes (i.e., </a:t>
            </a:r>
            <a:r>
              <a:rPr lang="en-US" altLang="zh-CN" dirty="0" err="1"/>
              <a:t>eMBB</a:t>
            </a:r>
            <a:r>
              <a:rPr lang="en-US" altLang="zh-CN" dirty="0"/>
              <a:t> and URLLC) are to be initiated, with dynamic requirements in term of throughput, computational power, memory capacity, and delay.</a:t>
            </a:r>
          </a:p>
          <a:p>
            <a:endParaRPr lang="en-US" altLang="zh-CN" dirty="0"/>
          </a:p>
          <a:p>
            <a:r>
              <a:rPr lang="en-US" altLang="zh-CN" dirty="0"/>
              <a:t>Each slice is composed by multiple information flows contend for networking and computing resources.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233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07A3-850C-19F7-DFAD-BF7DCCEC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DAA6-501A-FF9D-E59E-88A9044C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Motivation: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438BD-A15D-9F61-7CF3-3CAACFBE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501974" cy="4525963"/>
          </a:xfrm>
        </p:spPr>
        <p:txBody>
          <a:bodyPr>
            <a:normAutofit lnSpcReduction="10000"/>
          </a:bodyPr>
          <a:lstStyle/>
          <a:p>
            <a:endParaRPr lang="en-US" altLang="zh-CN" dirty="0"/>
          </a:p>
          <a:p>
            <a:r>
              <a:rPr lang="en-US" altLang="zh-CN" dirty="0"/>
              <a:t>existing work has not considered the heterogeneous network typologies at the network edge that may be much different from the cloud.</a:t>
            </a:r>
          </a:p>
          <a:p>
            <a:endParaRPr lang="en-US" altLang="zh-CN" dirty="0"/>
          </a:p>
          <a:p>
            <a:r>
              <a:rPr lang="en-US" altLang="zh-CN" dirty="0"/>
              <a:t>It is highly desirable to have a model that trades off delays and operating costs over the edge and the cloud</a:t>
            </a:r>
          </a:p>
        </p:txBody>
      </p:sp>
    </p:spTree>
    <p:extLst>
      <p:ext uri="{BB962C8B-B14F-4D97-AF65-F5344CB8AC3E}">
        <p14:creationId xmlns:p14="http://schemas.microsoft.com/office/powerpoint/2010/main" val="118412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9095-A3DA-16B8-3F0E-D548F7AF8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AD33-EF2A-4F11-717A-B2EB777B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Objective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DF921-C0B4-94FA-2427-73BE41733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589523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The authors aim to design a distributed reinforcement learning system.</a:t>
            </a:r>
          </a:p>
          <a:p>
            <a:endParaRPr lang="en-US" altLang="zh-CN" dirty="0"/>
          </a:p>
          <a:p>
            <a:r>
              <a:rPr lang="en-US" altLang="zh-CN" dirty="0"/>
              <a:t>In which multiple agents collaborate to allocate network resources among the different slices running over the same infrastructure.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1969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D8F6-5533-5B6C-AF63-2904B89C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A5EB-D1E4-F0BF-5574-6B8DC752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Contribution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54BD-C359-181B-E778-75F61A78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589523" cy="4525963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The development of a novel resource allocation strategy, based on DRL, that makes it possible to address the requirements of multiple slices in virtually any network topology.</a:t>
            </a:r>
          </a:p>
          <a:p>
            <a:endParaRPr lang="en-US" altLang="zh-CN" dirty="0"/>
          </a:p>
          <a:p>
            <a:r>
              <a:rPr lang="en-US" altLang="zh-CN" dirty="0"/>
              <a:t>Show how </a:t>
            </a:r>
            <a:r>
              <a:rPr lang="en-US" altLang="zh-CN" i="1" dirty="0"/>
              <a:t>transfer learning </a:t>
            </a:r>
            <a:r>
              <a:rPr lang="en-US" altLang="zh-CN" dirty="0"/>
              <a:t>can improve </a:t>
            </a:r>
            <a:r>
              <a:rPr lang="en-US" altLang="zh-CN"/>
              <a:t>the performance of </a:t>
            </a:r>
            <a:r>
              <a:rPr lang="en-US" altLang="zh-CN" dirty="0"/>
              <a:t>the system, by specializing the </a:t>
            </a:r>
            <a:r>
              <a:rPr lang="en-US" altLang="zh-CN"/>
              <a:t>strategy learned by </a:t>
            </a:r>
            <a:r>
              <a:rPr lang="en-US" altLang="zh-CN" dirty="0"/>
              <a:t>the agents in a </a:t>
            </a:r>
            <a:r>
              <a:rPr lang="en-US" altLang="zh-CN"/>
              <a:t>scalable manner.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817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7DA3-3826-732F-4E24-ED106500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D5BFFE-7A9D-D0F5-B86F-9BFC428FF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278688" cy="3526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D611EB-5D9D-CAA8-5198-BFD8BCF6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363" y="3526402"/>
            <a:ext cx="4857054" cy="333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3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126E-6D82-DB10-B993-3CF1410A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7BD2-DBA8-5EDB-B36B-70988F2F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System Model: Slice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AE9CD-B102-BD0F-C9DB-6E5F61BF5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81584"/>
            <a:ext cx="8229601" cy="45259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Network slice</a:t>
            </a:r>
            <a:r>
              <a:rPr lang="en-US" altLang="zh-CN" sz="2400" dirty="0"/>
              <a:t>: An aggregation of information flows </a:t>
            </a:r>
            <a:r>
              <a:rPr lang="en-US" altLang="zh-CN" sz="2400" i="1" dirty="0"/>
              <a:t>       </a:t>
            </a:r>
            <a:r>
              <a:rPr lang="en-US" altLang="zh-CN" sz="2400" dirty="0"/>
              <a:t> with similar behaviors and requirements. Each information flow is characterized by:</a:t>
            </a:r>
          </a:p>
          <a:p>
            <a:endParaRPr lang="en-US" altLang="zh-CN" sz="2400" dirty="0"/>
          </a:p>
          <a:p>
            <a:r>
              <a:rPr lang="en-US" altLang="zh-CN" sz="2400" dirty="0"/>
              <a:t>Flow endpoints:</a:t>
            </a:r>
          </a:p>
          <a:p>
            <a:endParaRPr lang="en-US" altLang="zh-CN" sz="2400" dirty="0"/>
          </a:p>
          <a:p>
            <a:r>
              <a:rPr lang="en-US" altLang="zh-CN" sz="2400" dirty="0"/>
              <a:t>Resource demand vector:</a:t>
            </a:r>
          </a:p>
          <a:p>
            <a:endParaRPr lang="en-US" altLang="zh-CN" sz="2400" dirty="0"/>
          </a:p>
          <a:p>
            <a:r>
              <a:rPr lang="en-US" altLang="zh-CN" sz="2400" dirty="0"/>
              <a:t>Performance function: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DA3AB-183E-02E9-62C5-9E4CB6255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681" y="3377424"/>
            <a:ext cx="1789301" cy="397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92644-C7E9-7A20-2352-4C2B1DA84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167" y="4251611"/>
            <a:ext cx="3208260" cy="4212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F254AA-4928-92F8-08EB-71AEEC650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225" y="5136169"/>
            <a:ext cx="693775" cy="4536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71378C-90E8-9B88-0918-FB93D85A3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446" y="1681584"/>
            <a:ext cx="991602" cy="44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30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9E42-4700-FF74-3685-718C0F18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0918-0962-8BB7-3F71-868FA138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System Model: Slice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A2794-9431-3A80-5542-EC374373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81584"/>
            <a:ext cx="8229601" cy="45259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Network slice Class Considered</a:t>
            </a:r>
            <a:r>
              <a:rPr lang="en-US" altLang="zh-CN" sz="2400" dirty="0"/>
              <a:t>:</a:t>
            </a:r>
          </a:p>
          <a:p>
            <a:endParaRPr lang="en-US" altLang="zh-CN" sz="2400" dirty="0"/>
          </a:p>
          <a:p>
            <a:r>
              <a:rPr lang="en-US" altLang="zh-CN" sz="2400" dirty="0"/>
              <a:t>Set of </a:t>
            </a:r>
            <a:r>
              <a:rPr lang="en-US" altLang="zh-CN" sz="2400" dirty="0" err="1"/>
              <a:t>eMBB</a:t>
            </a:r>
            <a:r>
              <a:rPr lang="en-US" altLang="zh-CN" sz="2400" dirty="0"/>
              <a:t>(e):</a:t>
            </a:r>
          </a:p>
          <a:p>
            <a:endParaRPr lang="en-US" altLang="zh-CN" sz="2400" dirty="0"/>
          </a:p>
          <a:p>
            <a:r>
              <a:rPr lang="en-US" altLang="zh-CN" sz="2400" dirty="0"/>
              <a:t>Set of URLLC(u):</a:t>
            </a:r>
          </a:p>
          <a:p>
            <a:endParaRPr lang="en-US" altLang="zh-CN" sz="2400" dirty="0"/>
          </a:p>
          <a:p>
            <a:r>
              <a:rPr lang="en-US" altLang="zh-CN" sz="2400" dirty="0"/>
              <a:t>Resource allocation vector: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47C46-6C4C-7285-C659-98EEEA927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439" y="2583810"/>
            <a:ext cx="741284" cy="614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082AB-13BD-FDAA-5922-7367DC1F2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658" y="3429000"/>
            <a:ext cx="800611" cy="594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A93826-2CEC-77B1-742B-79BBFE1E3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189" y="5771156"/>
            <a:ext cx="5004852" cy="4363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8C078A-11C2-7D3F-FCB6-66A61417F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033" y="5132374"/>
            <a:ext cx="2914472" cy="4363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66CBC5-69F2-A0ED-2D31-19E126781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0740" y="5132374"/>
            <a:ext cx="1758788" cy="43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97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CEC0-B6D0-9034-4FA1-B26D7C59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87EE-CD26-DABA-2EF8-D2E7B378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System Model: Slice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00B2-8DD9-A191-3F6C-2187204D9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81584"/>
            <a:ext cx="8229601" cy="4525963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Performance function depends on both </a:t>
            </a:r>
            <a:r>
              <a:rPr lang="en-US" altLang="zh-CN" sz="2400" b="1" dirty="0"/>
              <a:t>r </a:t>
            </a:r>
            <a:r>
              <a:rPr lang="en-US" altLang="zh-CN" sz="2400" dirty="0"/>
              <a:t>and ˆ</a:t>
            </a:r>
            <a:r>
              <a:rPr lang="en-US" altLang="zh-CN" sz="2400" b="1" dirty="0"/>
              <a:t>r</a:t>
            </a:r>
            <a:r>
              <a:rPr lang="en-US" altLang="zh-CN" sz="2400" dirty="0"/>
              <a:t>, and returns a value in [0</a:t>
            </a:r>
            <a:r>
              <a:rPr lang="en-US" altLang="zh-CN" sz="2400" i="1" dirty="0"/>
              <a:t>, </a:t>
            </a:r>
            <a:r>
              <a:rPr lang="en-US" altLang="zh-CN" sz="2400" dirty="0"/>
              <a:t>1]:</a:t>
            </a:r>
          </a:p>
          <a:p>
            <a:endParaRPr lang="en-US" altLang="zh-CN" sz="2400" dirty="0"/>
          </a:p>
          <a:p>
            <a:r>
              <a:rPr lang="en-US" altLang="zh-CN" sz="2400" dirty="0"/>
              <a:t>For </a:t>
            </a:r>
            <a:r>
              <a:rPr lang="en-US" altLang="zh-CN" sz="2400" dirty="0" err="1"/>
              <a:t>eMBB</a:t>
            </a:r>
            <a:r>
              <a:rPr lang="en-US" altLang="zh-CN" sz="2400" dirty="0"/>
              <a:t>(e):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For URLLC(u):</a:t>
            </a:r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975BE-DC16-B44A-19AD-9517CE93D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103" y="3429000"/>
            <a:ext cx="4991797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893607-6D99-0069-B864-2CBE233AC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909" y="5161620"/>
            <a:ext cx="5950219" cy="86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66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2CFC-3B75-0EBD-2047-B4F041FE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83DA-9BE9-1C58-E052-5A9EBB40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System Model: Slice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EA4D-68A9-3A5D-BC0A-A51879EC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7302"/>
            <a:ext cx="8229600" cy="5415502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Optimization Goal: System Utility Function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2A798-B53F-E27C-3B3C-F60EF6D58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05" y="2084664"/>
            <a:ext cx="8704778" cy="336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37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5F89-A71C-6852-A10B-CEEB3D97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6718-A141-AA9F-881F-3ACFAB2D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System Model: Network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880CF-CBB3-E714-2CAB-4681471C2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81584"/>
            <a:ext cx="8229601" cy="4525963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Set of Nodes N: access and core nodes.</a:t>
            </a:r>
          </a:p>
          <a:p>
            <a:endParaRPr lang="en-US" altLang="zh-CN" sz="2400" dirty="0"/>
          </a:p>
          <a:p>
            <a:r>
              <a:rPr lang="en-US" altLang="zh-CN" sz="2400" dirty="0"/>
              <a:t>Set of Links L: fronthaul and backhaul.</a:t>
            </a:r>
          </a:p>
          <a:p>
            <a:endParaRPr lang="en-US" altLang="zh-CN" sz="2400" dirty="0"/>
          </a:p>
          <a:p>
            <a:r>
              <a:rPr lang="en-US" altLang="zh-CN" sz="2400" dirty="0"/>
              <a:t>Bandwidth and Computation Constraints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0F780E-7174-08B2-13F5-77EB2849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76" y="4105522"/>
            <a:ext cx="6982658" cy="15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34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36C3-02A5-AEE4-4A8E-BB348E97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9F28-CA5F-7403-2BF9-52C19A5B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System Model: Network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F525-7156-D1ED-783D-B5BB14779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858"/>
            <a:ext cx="8229601" cy="4525963"/>
          </a:xfrm>
        </p:spPr>
        <p:txBody>
          <a:bodyPr>
            <a:no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Delay Constraints: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Resource Allocation Requests:</a:t>
            </a:r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8A864-6E6E-E6FC-2DC1-AF5A03D8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363" y="2557340"/>
            <a:ext cx="5412000" cy="696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36155A-4CCA-26E9-DFB1-A6C80B33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461" y="3333106"/>
            <a:ext cx="4978902" cy="542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25D2A1-B11D-4BA7-F265-0C73BD79A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32" y="4614043"/>
            <a:ext cx="6198145" cy="663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43DEEC-F61A-8857-EC37-BD47D8196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933" y="5414732"/>
            <a:ext cx="5683097" cy="104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19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2073-ECA4-F4DE-1619-C4007A2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4D5C-CBC3-E5BB-DAB3-55805F9B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Problem Formulation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73CC2-0937-B9B3-3AC9-EA2C569C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858"/>
            <a:ext cx="8229601" cy="4525963"/>
          </a:xfrm>
        </p:spPr>
        <p:txBody>
          <a:bodyPr>
            <a:noAutofit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AD97B-8B1F-68C9-6107-1C52B0DC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0" y="1931220"/>
            <a:ext cx="8865459" cy="191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62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F9DD-1118-B9F8-D09A-04E6714A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8728-2AC7-21BB-A160-D510A6EE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Learning Strategy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A270-859C-575E-101E-9DE785A89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56071"/>
            <a:ext cx="8385243" cy="45259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Distributed Architecture:</a:t>
            </a:r>
          </a:p>
          <a:p>
            <a:pPr marL="0" indent="0">
              <a:buNone/>
            </a:pPr>
            <a:r>
              <a:rPr lang="en-US" altLang="zh-CN" sz="2800" dirty="0"/>
              <a:t> multiple learning units: local controllers. </a:t>
            </a:r>
          </a:p>
          <a:p>
            <a:endParaRPr lang="en-US" altLang="zh-CN" sz="2800" dirty="0"/>
          </a:p>
          <a:p>
            <a:r>
              <a:rPr lang="en-US" altLang="zh-CN" sz="2800" dirty="0"/>
              <a:t>RL algorithm adopted: Advantage Actor Critic(A2C).</a:t>
            </a:r>
          </a:p>
          <a:p>
            <a:pPr lvl="1"/>
            <a:r>
              <a:rPr lang="en-US" altLang="zh-CN" sz="2400" dirty="0"/>
              <a:t>Actor: determines the action according to the policy .</a:t>
            </a:r>
          </a:p>
          <a:p>
            <a:pPr lvl="1"/>
            <a:r>
              <a:rPr lang="en-US" altLang="zh-CN" sz="2400" dirty="0"/>
              <a:t>Critic: approximates the value function .</a:t>
            </a:r>
          </a:p>
          <a:p>
            <a:pPr lvl="1"/>
            <a:r>
              <a:rPr lang="en-US" altLang="zh-CN" sz="2400" dirty="0"/>
              <a:t>Critic Loss Function:</a:t>
            </a:r>
          </a:p>
          <a:p>
            <a:pPr lvl="1"/>
            <a:r>
              <a:rPr lang="en-US" altLang="zh-CN" sz="2400" dirty="0"/>
              <a:t>Advantage Function:</a:t>
            </a:r>
          </a:p>
          <a:p>
            <a:pPr lvl="1"/>
            <a:endParaRPr lang="en-US" altLang="zh-CN" sz="2400" dirty="0"/>
          </a:p>
          <a:p>
            <a:pPr lvl="1"/>
            <a:r>
              <a:rPr lang="en-US" altLang="zh-CN" sz="2400" dirty="0"/>
              <a:t>Actor Loss Function:</a:t>
            </a:r>
          </a:p>
          <a:p>
            <a:pPr lvl="1"/>
            <a:endParaRPr lang="en-US" altLang="zh-C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992B0-A415-D38A-A18D-438B95FA0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466" y="3248971"/>
            <a:ext cx="771934" cy="584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6BBD36-6587-5BEF-5A37-31DA85665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76" y="3760166"/>
            <a:ext cx="473692" cy="490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C53D4C-9556-913E-9899-65210BF98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689" y="4250192"/>
            <a:ext cx="2699086" cy="363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13AA25-DF29-E71C-DFC6-B00F1E093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52" y="4977710"/>
            <a:ext cx="6640849" cy="507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1FB4B0-D874-AA77-9887-9BA8712FC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794" y="6100586"/>
            <a:ext cx="6407132" cy="40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57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34BE-F1BA-FC2A-4518-11FF8888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BD2D-7CE4-E6E2-88E5-FB8E1CB2B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Learning Strategy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4D0AB0-39B1-8B65-DF3B-70C55049E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11" y="958279"/>
            <a:ext cx="6965778" cy="579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80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88D1D-DEB0-C239-4FD3-B5514975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624A-4D93-2F7E-8DB6-BEDA83907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Learning Strategy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9FD0-C1E0-5510-BAB3-C58F1E24A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56071"/>
            <a:ext cx="8385243" cy="45259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Observations:</a:t>
            </a:r>
          </a:p>
          <a:p>
            <a:pPr lvl="1"/>
            <a:r>
              <a:rPr lang="en-US" altLang="zh-CN" sz="2400" dirty="0"/>
              <a:t>Link controller: information flow status and network element it is associated with.</a:t>
            </a:r>
          </a:p>
          <a:p>
            <a:pPr lvl="1"/>
            <a:r>
              <a:rPr lang="en-US" altLang="zh-CN" sz="2400" dirty="0"/>
              <a:t>Node controller: states of the computation and memory resources assigned to φ by node n.</a:t>
            </a:r>
          </a:p>
          <a:p>
            <a:pPr lvl="1"/>
            <a:endParaRPr lang="en-US" altLang="zh-CN" sz="2400" dirty="0"/>
          </a:p>
          <a:p>
            <a:r>
              <a:rPr lang="en-US" altLang="zh-CN" sz="2800" dirty="0"/>
              <a:t>Action Space:</a:t>
            </a:r>
          </a:p>
          <a:p>
            <a:pPr lvl="1"/>
            <a:r>
              <a:rPr lang="en-US" altLang="zh-CN" sz="2400" dirty="0"/>
              <a:t>Link controller: the bitrate requested by φ at link l during timeslot t.</a:t>
            </a:r>
          </a:p>
          <a:p>
            <a:pPr lvl="1"/>
            <a:r>
              <a:rPr lang="en-US" altLang="zh-CN" sz="2400" dirty="0"/>
              <a:t>Node controller: the amount of computational (or memory) capacity demanded by φ to node n during timeslot t.</a:t>
            </a:r>
          </a:p>
          <a:p>
            <a:pPr lvl="1"/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43949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0BE6-BD66-0F1C-F67C-F0CF50E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54C4-CA28-C9B8-0865-121954F3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Learning Strategy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6EBB-6025-6C79-3AF6-3CA2D91C3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56071"/>
            <a:ext cx="8385243" cy="45259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Reward Function :</a:t>
            </a:r>
          </a:p>
          <a:p>
            <a:pPr marL="457200" lvl="1" indent="0">
              <a:buNone/>
            </a:pPr>
            <a:r>
              <a:rPr lang="en-US" altLang="zh-CN" sz="2400" dirty="0"/>
              <a:t>To maximize the overall utility, each local controller should</a:t>
            </a:r>
          </a:p>
          <a:p>
            <a:pPr marL="457200" lvl="1" indent="0">
              <a:buNone/>
            </a:pPr>
            <a:r>
              <a:rPr lang="en-US" altLang="zh-CN" sz="2400" dirty="0"/>
              <a:t>demand enough resources to maximize the performance of</a:t>
            </a:r>
          </a:p>
          <a:p>
            <a:pPr marL="457200" lvl="1" indent="0">
              <a:buNone/>
            </a:pPr>
            <a:r>
              <a:rPr lang="en-US" altLang="zh-CN" sz="2400" dirty="0"/>
              <a:t>the flow φ it is in charge of, without subtracting too many</a:t>
            </a:r>
          </a:p>
          <a:p>
            <a:pPr marL="457200" lvl="1" indent="0">
              <a:buNone/>
            </a:pPr>
            <a:r>
              <a:rPr lang="en-US" altLang="zh-CN" sz="2400" dirty="0"/>
              <a:t>resources to the other flows.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D7C0E-DDCE-46AD-3B4E-6CD493450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570" y="3738890"/>
            <a:ext cx="5530352" cy="1776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4A2C38-9E67-C76B-6ABD-B249F8CA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335" y="5685220"/>
            <a:ext cx="545858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35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6ECD-E443-5D16-901D-863D9254F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AB51-618E-34A8-396E-47C40E66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" y="-1058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Simulation setup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B642-2720-078E-5BBE-7A7198D84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19" y="93004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Baseline Benchmark:</a:t>
            </a:r>
          </a:p>
          <a:p>
            <a:pPr lvl="1"/>
            <a:r>
              <a:rPr lang="en-US" altLang="zh-CN" dirty="0"/>
              <a:t>Empirical Strategy:</a:t>
            </a:r>
          </a:p>
          <a:p>
            <a:pPr lvl="1"/>
            <a:r>
              <a:rPr lang="en-US" altLang="zh-CN" dirty="0"/>
              <a:t>Static Strategy: Genetic Algorithm (GA)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356A9-384F-D0EE-1E66-713697582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7" y="2567031"/>
            <a:ext cx="9120413" cy="42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06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5C70-5A46-B99F-6FE6-D9C9EC43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6348-65C5-6473-D66A-D0FF115F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Simulation setup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D592AE-9D7C-AB49-0FB2-CBB563667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443" y="811634"/>
            <a:ext cx="5993369" cy="5912787"/>
          </a:xfrm>
        </p:spPr>
      </p:pic>
    </p:spTree>
    <p:extLst>
      <p:ext uri="{BB962C8B-B14F-4D97-AF65-F5344CB8AC3E}">
        <p14:creationId xmlns:p14="http://schemas.microsoft.com/office/powerpoint/2010/main" val="370576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FF96-7F40-DFCA-4271-BCA00D63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0516D-D4FE-7466-852C-60411CD3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Evaluation result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39849-0128-4124-E588-21E2B1541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0277"/>
            <a:ext cx="8229600" cy="4525963"/>
          </a:xfrm>
        </p:spPr>
        <p:txBody>
          <a:bodyPr/>
          <a:lstStyle/>
          <a:p>
            <a:r>
              <a:rPr lang="en-US" altLang="zh-CN" dirty="0"/>
              <a:t>Fig. 5. Training phase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5113E-328F-84CC-56B2-FE7272377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05" y="2428123"/>
            <a:ext cx="4380495" cy="318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182125-2312-B8E9-770B-61391DF59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178" y="2605484"/>
            <a:ext cx="4169361" cy="312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21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2E54-1413-80D3-D86F-55382F69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D35C-A12F-3488-6490-F7677F8C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Evaluation result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3F09-BCB7-6AAA-9177-FBC1C777B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0277"/>
            <a:ext cx="8229600" cy="4525963"/>
          </a:xfrm>
        </p:spPr>
        <p:txBody>
          <a:bodyPr/>
          <a:lstStyle/>
          <a:p>
            <a:r>
              <a:rPr lang="en-US" altLang="zh-CN" dirty="0"/>
              <a:t>Fig. 6. Expected Utility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9452C-E35F-229F-C887-5A629D3D6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9" y="1988191"/>
            <a:ext cx="4578411" cy="33526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0871E4-CABC-2284-C7BB-745818871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938" y="2099324"/>
            <a:ext cx="4228884" cy="324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85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4263-18A9-79F0-A0FD-7BF706C3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1E48-884C-13FD-09F4-2937B117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Evaluation result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0549-7A9E-90A7-48AD-D62283F74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0277"/>
            <a:ext cx="8229600" cy="4525963"/>
          </a:xfrm>
        </p:spPr>
        <p:txBody>
          <a:bodyPr/>
          <a:lstStyle/>
          <a:p>
            <a:r>
              <a:rPr lang="en-US" altLang="zh-CN" dirty="0"/>
              <a:t>Fig. 7. Utility Distribution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0CDE4-50A3-3A02-BE85-DCB04BDF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556" y="1874255"/>
            <a:ext cx="5886719" cy="43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90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8488-06E5-F679-6530-BC6FBC83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5B9A-C0AB-538A-385A-92984E4A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Evaluation result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792A8-E6FE-C454-1E2C-7A368349B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0277"/>
            <a:ext cx="8229600" cy="4525963"/>
          </a:xfrm>
        </p:spPr>
        <p:txBody>
          <a:bodyPr/>
          <a:lstStyle/>
          <a:p>
            <a:r>
              <a:rPr lang="en-US" altLang="zh-CN" dirty="0"/>
              <a:t>Fig. 8. Expected Resource Utility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013F3-188B-35A6-EAEC-F44897ABC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6" y="2274363"/>
            <a:ext cx="4168439" cy="3194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8CCCA7-0054-3B27-4261-729D26D4A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727" y="2274363"/>
            <a:ext cx="4092937" cy="303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03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0C0D-89FE-CA9F-2BB3-0307AC97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A13F-E1EA-FD7C-E867-4BFC1D39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Evaluation result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FA81-B389-2BF3-C2EB-56AFDE703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0277"/>
            <a:ext cx="8229600" cy="4525963"/>
          </a:xfrm>
        </p:spPr>
        <p:txBody>
          <a:bodyPr/>
          <a:lstStyle/>
          <a:p>
            <a:r>
              <a:rPr lang="en-US" altLang="zh-CN" dirty="0"/>
              <a:t>Fig. 9. Utility Distribution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BDAE8-BE52-B707-F21C-8AE758843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551" y="1959252"/>
            <a:ext cx="5635373" cy="470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2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862</Words>
  <Application>Microsoft Office PowerPoint</Application>
  <PresentationFormat>全屏显示(4:3)</PresentationFormat>
  <Paragraphs>164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NimbusRomNo9L-Medi</vt:lpstr>
      <vt:lpstr>NimbusRomNo9L-Regu</vt:lpstr>
      <vt:lpstr>Arial</vt:lpstr>
      <vt:lpstr>Calibri</vt:lpstr>
      <vt:lpstr>Office Theme</vt:lpstr>
      <vt:lpstr>Using Distributed Reinforcement Learning for Resource Orchestration in a Network Slicing Scenario</vt:lpstr>
      <vt:lpstr>Background</vt:lpstr>
      <vt:lpstr>Background</vt:lpstr>
      <vt:lpstr>Distributed Machine Learning vs Federated Learning: </vt:lpstr>
      <vt:lpstr>Background</vt:lpstr>
      <vt:lpstr>PowerPoint 演示文稿</vt:lpstr>
      <vt:lpstr>Motivation: challenge of dynamic network slice allocation problem</vt:lpstr>
      <vt:lpstr>Motivation:</vt:lpstr>
      <vt:lpstr>Objective</vt:lpstr>
      <vt:lpstr>Contribution</vt:lpstr>
      <vt:lpstr>PowerPoint 演示文稿</vt:lpstr>
      <vt:lpstr>System Model: Slice Model</vt:lpstr>
      <vt:lpstr>System Model: Slice Model</vt:lpstr>
      <vt:lpstr>System Model: Slice Model</vt:lpstr>
      <vt:lpstr>System Model: Slice Model</vt:lpstr>
      <vt:lpstr>System Model: Network Model</vt:lpstr>
      <vt:lpstr>System Model: Network Model</vt:lpstr>
      <vt:lpstr>Problem Formulation</vt:lpstr>
      <vt:lpstr>Learning Strategy</vt:lpstr>
      <vt:lpstr>Learning Strategy</vt:lpstr>
      <vt:lpstr>Learning Strategy</vt:lpstr>
      <vt:lpstr>Learning Strategy</vt:lpstr>
      <vt:lpstr>Simulation setup</vt:lpstr>
      <vt:lpstr>Simulation setup</vt:lpstr>
      <vt:lpstr>Evaluation result</vt:lpstr>
      <vt:lpstr>Evaluation result</vt:lpstr>
      <vt:lpstr>Evaluation result</vt:lpstr>
      <vt:lpstr>Evaluation result</vt:lpstr>
      <vt:lpstr>Evaluation result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Li, Congzhou</cp:lastModifiedBy>
  <cp:revision>1</cp:revision>
  <dcterms:created xsi:type="dcterms:W3CDTF">2013-01-27T09:14:16Z</dcterms:created>
  <dcterms:modified xsi:type="dcterms:W3CDTF">2025-07-24T14:26:39Z</dcterms:modified>
  <cp:category/>
</cp:coreProperties>
</file>